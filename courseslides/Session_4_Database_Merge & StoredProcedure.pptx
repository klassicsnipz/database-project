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7" r:id="rId3"/>
    <p:sldId id="284" r:id="rId4"/>
    <p:sldId id="275" r:id="rId5"/>
    <p:sldId id="276" r:id="rId6"/>
    <p:sldId id="279" r:id="rId7"/>
    <p:sldId id="280" r:id="rId8"/>
    <p:sldId id="281" r:id="rId9"/>
    <p:sldId id="282" r:id="rId10"/>
    <p:sldId id="283" r:id="rId11"/>
    <p:sldId id="273" r:id="rId12"/>
    <p:sldId id="285" r:id="rId13"/>
    <p:sldId id="257" r:id="rId14"/>
    <p:sldId id="286" r:id="rId15"/>
    <p:sldId id="287" r:id="rId16"/>
    <p:sldId id="289" r:id="rId17"/>
    <p:sldId id="288" r:id="rId18"/>
    <p:sldId id="290" r:id="rId19"/>
    <p:sldId id="291" r:id="rId20"/>
    <p:sldId id="295" r:id="rId21"/>
    <p:sldId id="292" r:id="rId22"/>
    <p:sldId id="294" r:id="rId23"/>
    <p:sldId id="29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76099D-EE72-477A-8DA8-8D1EAF36072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DAF872-110B-4040-84B6-9CDF0FE09239}">
      <dgm:prSet/>
      <dgm:spPr/>
      <dgm:t>
        <a:bodyPr/>
        <a:lstStyle/>
        <a:p>
          <a:r>
            <a:rPr lang="en-US" b="1"/>
            <a:t>Agenda:</a:t>
          </a:r>
          <a:endParaRPr lang="en-US"/>
        </a:p>
      </dgm:t>
    </dgm:pt>
    <dgm:pt modelId="{AA7F2915-2B26-4D25-8A19-CF9268343E7D}" type="parTrans" cxnId="{A1EEE0E7-D410-40C7-B13E-23357062BE6C}">
      <dgm:prSet/>
      <dgm:spPr/>
      <dgm:t>
        <a:bodyPr/>
        <a:lstStyle/>
        <a:p>
          <a:endParaRPr lang="en-US"/>
        </a:p>
      </dgm:t>
    </dgm:pt>
    <dgm:pt modelId="{AF8ED3C2-40A9-441A-93A1-79D42B2A60B3}" type="sibTrans" cxnId="{A1EEE0E7-D410-40C7-B13E-23357062BE6C}">
      <dgm:prSet/>
      <dgm:spPr/>
      <dgm:t>
        <a:bodyPr/>
        <a:lstStyle/>
        <a:p>
          <a:endParaRPr lang="en-US"/>
        </a:p>
      </dgm:t>
    </dgm:pt>
    <dgm:pt modelId="{51C5F622-B945-4B8F-9745-9BEB9C9EAC36}">
      <dgm:prSet/>
      <dgm:spPr/>
      <dgm:t>
        <a:bodyPr/>
        <a:lstStyle/>
        <a:p>
          <a:r>
            <a:rPr lang="en-US" dirty="0"/>
            <a:t>What is a MERGE Statement. </a:t>
          </a:r>
        </a:p>
      </dgm:t>
    </dgm:pt>
    <dgm:pt modelId="{B367D2E8-17F0-45E7-A410-42DFB8B4665E}" type="parTrans" cxnId="{6C94262F-7DD6-456F-A910-629C162A001F}">
      <dgm:prSet/>
      <dgm:spPr/>
      <dgm:t>
        <a:bodyPr/>
        <a:lstStyle/>
        <a:p>
          <a:endParaRPr lang="en-US"/>
        </a:p>
      </dgm:t>
    </dgm:pt>
    <dgm:pt modelId="{E6892D8A-6DF7-4225-AABA-71CDB69EC586}" type="sibTrans" cxnId="{6C94262F-7DD6-456F-A910-629C162A001F}">
      <dgm:prSet/>
      <dgm:spPr/>
      <dgm:t>
        <a:bodyPr/>
        <a:lstStyle/>
        <a:p>
          <a:endParaRPr lang="en-US"/>
        </a:p>
      </dgm:t>
    </dgm:pt>
    <dgm:pt modelId="{1E1970B2-04BD-4EE6-8FBE-947FD5A2396E}">
      <dgm:prSet/>
      <dgm:spPr/>
      <dgm:t>
        <a:bodyPr/>
        <a:lstStyle/>
        <a:p>
          <a:r>
            <a:rPr lang="en-US"/>
            <a:t>MERGE Syntax and Examples. </a:t>
          </a:r>
        </a:p>
      </dgm:t>
    </dgm:pt>
    <dgm:pt modelId="{5D826DD3-D62F-4B40-BFEF-907132FA9E93}" type="parTrans" cxnId="{F52683F8-7FC1-4414-8A6D-02BD3B7BA1FF}">
      <dgm:prSet/>
      <dgm:spPr/>
      <dgm:t>
        <a:bodyPr/>
        <a:lstStyle/>
        <a:p>
          <a:endParaRPr lang="en-US"/>
        </a:p>
      </dgm:t>
    </dgm:pt>
    <dgm:pt modelId="{E42042A4-937A-46F5-B502-98053455CA02}" type="sibTrans" cxnId="{F52683F8-7FC1-4414-8A6D-02BD3B7BA1FF}">
      <dgm:prSet/>
      <dgm:spPr/>
      <dgm:t>
        <a:bodyPr/>
        <a:lstStyle/>
        <a:p>
          <a:endParaRPr lang="en-US"/>
        </a:p>
      </dgm:t>
    </dgm:pt>
    <dgm:pt modelId="{4009AC1F-3247-4467-BBC5-9F2DE5197577}">
      <dgm:prSet/>
      <dgm:spPr/>
      <dgm:t>
        <a:bodyPr/>
        <a:lstStyle/>
        <a:p>
          <a:r>
            <a:rPr lang="en-US"/>
            <a:t>What is a Stored Procedure. </a:t>
          </a:r>
        </a:p>
      </dgm:t>
    </dgm:pt>
    <dgm:pt modelId="{10763B72-BCFC-4553-8D42-894048AE7B4D}" type="parTrans" cxnId="{962610CB-7ED9-44EF-9440-18D48A157D5E}">
      <dgm:prSet/>
      <dgm:spPr/>
      <dgm:t>
        <a:bodyPr/>
        <a:lstStyle/>
        <a:p>
          <a:endParaRPr lang="en-US"/>
        </a:p>
      </dgm:t>
    </dgm:pt>
    <dgm:pt modelId="{D1582554-D433-44B0-B194-F196570E12D7}" type="sibTrans" cxnId="{962610CB-7ED9-44EF-9440-18D48A157D5E}">
      <dgm:prSet/>
      <dgm:spPr/>
      <dgm:t>
        <a:bodyPr/>
        <a:lstStyle/>
        <a:p>
          <a:endParaRPr lang="en-US"/>
        </a:p>
      </dgm:t>
    </dgm:pt>
    <dgm:pt modelId="{1A5CCF6C-7D1C-4412-8362-E4447AA61BC4}">
      <dgm:prSet/>
      <dgm:spPr/>
      <dgm:t>
        <a:bodyPr/>
        <a:lstStyle/>
        <a:p>
          <a:r>
            <a:rPr lang="en-US"/>
            <a:t>Creating and Executing Procedures.</a:t>
          </a:r>
        </a:p>
      </dgm:t>
    </dgm:pt>
    <dgm:pt modelId="{27EEAEBE-3F13-43EF-90F7-C56EBA511D31}" type="parTrans" cxnId="{B4DBE93E-CCDE-408A-8DFC-4F94FFA30FE8}">
      <dgm:prSet/>
      <dgm:spPr/>
      <dgm:t>
        <a:bodyPr/>
        <a:lstStyle/>
        <a:p>
          <a:endParaRPr lang="en-US"/>
        </a:p>
      </dgm:t>
    </dgm:pt>
    <dgm:pt modelId="{BE5793F1-84E0-4C2D-A302-E2A4EF6D4B0F}" type="sibTrans" cxnId="{B4DBE93E-CCDE-408A-8DFC-4F94FFA30FE8}">
      <dgm:prSet/>
      <dgm:spPr/>
      <dgm:t>
        <a:bodyPr/>
        <a:lstStyle/>
        <a:p>
          <a:endParaRPr lang="en-US"/>
        </a:p>
      </dgm:t>
    </dgm:pt>
    <dgm:pt modelId="{BFEB0403-8D6B-4210-B6E9-0C2AB0650660}">
      <dgm:prSet/>
      <dgm:spPr/>
      <dgm:t>
        <a:bodyPr/>
        <a:lstStyle/>
        <a:p>
          <a:r>
            <a:rPr lang="en-US"/>
            <a:t>Parameterized Procedures. </a:t>
          </a:r>
        </a:p>
      </dgm:t>
    </dgm:pt>
    <dgm:pt modelId="{C7FA5690-989B-4693-9100-7CAE2EC2BCBB}" type="parTrans" cxnId="{7BD5BDA2-BD85-4CA3-8304-5161AB0D2A30}">
      <dgm:prSet/>
      <dgm:spPr/>
      <dgm:t>
        <a:bodyPr/>
        <a:lstStyle/>
        <a:p>
          <a:endParaRPr lang="en-US"/>
        </a:p>
      </dgm:t>
    </dgm:pt>
    <dgm:pt modelId="{9B0D31A5-FDBE-4F85-BD5F-5E71BC2D87EB}" type="sibTrans" cxnId="{7BD5BDA2-BD85-4CA3-8304-5161AB0D2A30}">
      <dgm:prSet/>
      <dgm:spPr/>
      <dgm:t>
        <a:bodyPr/>
        <a:lstStyle/>
        <a:p>
          <a:endParaRPr lang="en-US"/>
        </a:p>
      </dgm:t>
    </dgm:pt>
    <dgm:pt modelId="{23B47A0A-FFAE-4414-9680-29A110FAC31A}">
      <dgm:prSet/>
      <dgm:spPr/>
      <dgm:t>
        <a:bodyPr/>
        <a:lstStyle/>
        <a:p>
          <a:r>
            <a:rPr lang="en-US"/>
            <a:t>IN, OUT, and IN OUT Parameters.</a:t>
          </a:r>
        </a:p>
      </dgm:t>
    </dgm:pt>
    <dgm:pt modelId="{ECB77527-7214-4828-A034-119F24402D09}" type="parTrans" cxnId="{2B8BA884-6FC4-4D26-BBFB-1D531280A0C5}">
      <dgm:prSet/>
      <dgm:spPr/>
      <dgm:t>
        <a:bodyPr/>
        <a:lstStyle/>
        <a:p>
          <a:endParaRPr lang="en-US"/>
        </a:p>
      </dgm:t>
    </dgm:pt>
    <dgm:pt modelId="{78D67B2E-1DDE-4FDC-9A9C-6F2F0DCEF885}" type="sibTrans" cxnId="{2B8BA884-6FC4-4D26-BBFB-1D531280A0C5}">
      <dgm:prSet/>
      <dgm:spPr/>
      <dgm:t>
        <a:bodyPr/>
        <a:lstStyle/>
        <a:p>
          <a:endParaRPr lang="en-US"/>
        </a:p>
      </dgm:t>
    </dgm:pt>
    <dgm:pt modelId="{486539B3-7DBF-460F-8759-AF8472FE2F91}">
      <dgm:prSet/>
      <dgm:spPr/>
      <dgm:t>
        <a:bodyPr/>
        <a:lstStyle/>
        <a:p>
          <a:r>
            <a:rPr lang="en-US"/>
            <a:t>Real-World ETL Examples. </a:t>
          </a:r>
        </a:p>
      </dgm:t>
    </dgm:pt>
    <dgm:pt modelId="{87328A9B-6440-4CAD-A455-3310A2E311B2}" type="parTrans" cxnId="{701AABBD-C2F1-404F-A4AE-CA9370FB8637}">
      <dgm:prSet/>
      <dgm:spPr/>
      <dgm:t>
        <a:bodyPr/>
        <a:lstStyle/>
        <a:p>
          <a:endParaRPr lang="en-US"/>
        </a:p>
      </dgm:t>
    </dgm:pt>
    <dgm:pt modelId="{2C6E17F8-1DE2-432D-9DA7-DD9203A84E9B}" type="sibTrans" cxnId="{701AABBD-C2F1-404F-A4AE-CA9370FB8637}">
      <dgm:prSet/>
      <dgm:spPr/>
      <dgm:t>
        <a:bodyPr/>
        <a:lstStyle/>
        <a:p>
          <a:endParaRPr lang="en-US"/>
        </a:p>
      </dgm:t>
    </dgm:pt>
    <dgm:pt modelId="{22F83551-0A1F-4243-BD59-DC09218010FA}">
      <dgm:prSet/>
      <dgm:spPr/>
      <dgm:t>
        <a:bodyPr/>
        <a:lstStyle/>
        <a:p>
          <a:r>
            <a:rPr lang="en-US"/>
            <a:t>Best Practices. </a:t>
          </a:r>
        </a:p>
      </dgm:t>
    </dgm:pt>
    <dgm:pt modelId="{B804E2E9-2CEF-41C8-86C5-59E8F02CC156}" type="parTrans" cxnId="{E8C80230-1329-4BC7-A586-17E7C863ED1E}">
      <dgm:prSet/>
      <dgm:spPr/>
      <dgm:t>
        <a:bodyPr/>
        <a:lstStyle/>
        <a:p>
          <a:endParaRPr lang="en-US"/>
        </a:p>
      </dgm:t>
    </dgm:pt>
    <dgm:pt modelId="{3D3E18B9-A3E5-4D49-AC16-C6E036969AB5}" type="sibTrans" cxnId="{E8C80230-1329-4BC7-A586-17E7C863ED1E}">
      <dgm:prSet/>
      <dgm:spPr/>
      <dgm:t>
        <a:bodyPr/>
        <a:lstStyle/>
        <a:p>
          <a:endParaRPr lang="en-US"/>
        </a:p>
      </dgm:t>
    </dgm:pt>
    <dgm:pt modelId="{37BB0676-CEF0-4466-8DC1-3C59B44E9318}">
      <dgm:prSet/>
      <dgm:spPr/>
      <dgm:t>
        <a:bodyPr/>
        <a:lstStyle/>
        <a:p>
          <a:r>
            <a:rPr lang="en-US"/>
            <a:t>Hands-On Assignments</a:t>
          </a:r>
        </a:p>
      </dgm:t>
    </dgm:pt>
    <dgm:pt modelId="{04DDF6D9-3D58-4606-AAB3-2812FDB32D7C}" type="parTrans" cxnId="{B87690DE-C16B-41EE-B345-1B4FA765DDD5}">
      <dgm:prSet/>
      <dgm:spPr/>
      <dgm:t>
        <a:bodyPr/>
        <a:lstStyle/>
        <a:p>
          <a:endParaRPr lang="en-US"/>
        </a:p>
      </dgm:t>
    </dgm:pt>
    <dgm:pt modelId="{7EFB5DD0-1A8A-4E15-A3E8-BA7E6F870755}" type="sibTrans" cxnId="{B87690DE-C16B-41EE-B345-1B4FA765DDD5}">
      <dgm:prSet/>
      <dgm:spPr/>
      <dgm:t>
        <a:bodyPr/>
        <a:lstStyle/>
        <a:p>
          <a:endParaRPr lang="en-US"/>
        </a:p>
      </dgm:t>
    </dgm:pt>
    <dgm:pt modelId="{29B58B00-20EC-49F8-81AA-BC33A7266EB2}" type="pres">
      <dgm:prSet presAssocID="{5E76099D-EE72-477A-8DA8-8D1EAF36072B}" presName="vert0" presStyleCnt="0">
        <dgm:presLayoutVars>
          <dgm:dir/>
          <dgm:animOne val="branch"/>
          <dgm:animLvl val="lvl"/>
        </dgm:presLayoutVars>
      </dgm:prSet>
      <dgm:spPr/>
    </dgm:pt>
    <dgm:pt modelId="{84B5AEE9-EEF9-4338-A739-8C8A1EFC53DB}" type="pres">
      <dgm:prSet presAssocID="{2BDAF872-110B-4040-84B6-9CDF0FE09239}" presName="thickLine" presStyleLbl="alignNode1" presStyleIdx="0" presStyleCnt="1"/>
      <dgm:spPr/>
    </dgm:pt>
    <dgm:pt modelId="{F2AB910E-6EA8-45EA-97A7-4D1610ABF03B}" type="pres">
      <dgm:prSet presAssocID="{2BDAF872-110B-4040-84B6-9CDF0FE09239}" presName="horz1" presStyleCnt="0"/>
      <dgm:spPr/>
    </dgm:pt>
    <dgm:pt modelId="{F1BD37F7-CA39-42EF-96CB-AFDA311A7618}" type="pres">
      <dgm:prSet presAssocID="{2BDAF872-110B-4040-84B6-9CDF0FE09239}" presName="tx1" presStyleLbl="revTx" presStyleIdx="0" presStyleCnt="10"/>
      <dgm:spPr/>
    </dgm:pt>
    <dgm:pt modelId="{8506206D-4D44-45CD-B624-69C7CDCD4C4A}" type="pres">
      <dgm:prSet presAssocID="{2BDAF872-110B-4040-84B6-9CDF0FE09239}" presName="vert1" presStyleCnt="0"/>
      <dgm:spPr/>
    </dgm:pt>
    <dgm:pt modelId="{FDBF6FD3-15DA-4CC1-9167-EE8E87ED9995}" type="pres">
      <dgm:prSet presAssocID="{51C5F622-B945-4B8F-9745-9BEB9C9EAC36}" presName="vertSpace2a" presStyleCnt="0"/>
      <dgm:spPr/>
    </dgm:pt>
    <dgm:pt modelId="{9AF8BF07-9A85-4EE4-B0C4-6D4A5ABEA80A}" type="pres">
      <dgm:prSet presAssocID="{51C5F622-B945-4B8F-9745-9BEB9C9EAC36}" presName="horz2" presStyleCnt="0"/>
      <dgm:spPr/>
    </dgm:pt>
    <dgm:pt modelId="{DF6978E2-6283-4457-AB48-8763C71ED17D}" type="pres">
      <dgm:prSet presAssocID="{51C5F622-B945-4B8F-9745-9BEB9C9EAC36}" presName="horzSpace2" presStyleCnt="0"/>
      <dgm:spPr/>
    </dgm:pt>
    <dgm:pt modelId="{4664C215-27B2-4AF9-8672-15426343B94E}" type="pres">
      <dgm:prSet presAssocID="{51C5F622-B945-4B8F-9745-9BEB9C9EAC36}" presName="tx2" presStyleLbl="revTx" presStyleIdx="1" presStyleCnt="10"/>
      <dgm:spPr/>
    </dgm:pt>
    <dgm:pt modelId="{17C5EB3B-136B-4BC3-82E5-721DB102CAD6}" type="pres">
      <dgm:prSet presAssocID="{51C5F622-B945-4B8F-9745-9BEB9C9EAC36}" presName="vert2" presStyleCnt="0"/>
      <dgm:spPr/>
    </dgm:pt>
    <dgm:pt modelId="{18DD8240-F8EF-4AA8-B5FD-FCBCDEAFEA7F}" type="pres">
      <dgm:prSet presAssocID="{51C5F622-B945-4B8F-9745-9BEB9C9EAC36}" presName="thinLine2b" presStyleLbl="callout" presStyleIdx="0" presStyleCnt="9"/>
      <dgm:spPr/>
    </dgm:pt>
    <dgm:pt modelId="{9ED0C48C-30A1-4003-8874-8D51EEEA09AD}" type="pres">
      <dgm:prSet presAssocID="{51C5F622-B945-4B8F-9745-9BEB9C9EAC36}" presName="vertSpace2b" presStyleCnt="0"/>
      <dgm:spPr/>
    </dgm:pt>
    <dgm:pt modelId="{EB19851B-6703-42CB-B671-7CAF190F5F8C}" type="pres">
      <dgm:prSet presAssocID="{1E1970B2-04BD-4EE6-8FBE-947FD5A2396E}" presName="horz2" presStyleCnt="0"/>
      <dgm:spPr/>
    </dgm:pt>
    <dgm:pt modelId="{002AC5F7-8ECF-44C8-ABB9-3E78F16C1035}" type="pres">
      <dgm:prSet presAssocID="{1E1970B2-04BD-4EE6-8FBE-947FD5A2396E}" presName="horzSpace2" presStyleCnt="0"/>
      <dgm:spPr/>
    </dgm:pt>
    <dgm:pt modelId="{300C5865-6A45-4B76-8108-38CE0FE06A42}" type="pres">
      <dgm:prSet presAssocID="{1E1970B2-04BD-4EE6-8FBE-947FD5A2396E}" presName="tx2" presStyleLbl="revTx" presStyleIdx="2" presStyleCnt="10"/>
      <dgm:spPr/>
    </dgm:pt>
    <dgm:pt modelId="{5AA55767-8245-4D54-AAE8-8F79923A657E}" type="pres">
      <dgm:prSet presAssocID="{1E1970B2-04BD-4EE6-8FBE-947FD5A2396E}" presName="vert2" presStyleCnt="0"/>
      <dgm:spPr/>
    </dgm:pt>
    <dgm:pt modelId="{F2408CB0-A0DA-412F-B913-31736C3C9B01}" type="pres">
      <dgm:prSet presAssocID="{1E1970B2-04BD-4EE6-8FBE-947FD5A2396E}" presName="thinLine2b" presStyleLbl="callout" presStyleIdx="1" presStyleCnt="9"/>
      <dgm:spPr/>
    </dgm:pt>
    <dgm:pt modelId="{62AAB273-45F2-4761-B24B-D9F3B3C11883}" type="pres">
      <dgm:prSet presAssocID="{1E1970B2-04BD-4EE6-8FBE-947FD5A2396E}" presName="vertSpace2b" presStyleCnt="0"/>
      <dgm:spPr/>
    </dgm:pt>
    <dgm:pt modelId="{89E6515B-96AE-406B-8056-CA636581B914}" type="pres">
      <dgm:prSet presAssocID="{4009AC1F-3247-4467-BBC5-9F2DE5197577}" presName="horz2" presStyleCnt="0"/>
      <dgm:spPr/>
    </dgm:pt>
    <dgm:pt modelId="{ECF1CA94-09AC-4740-8F2E-BF1FD5BE5CF1}" type="pres">
      <dgm:prSet presAssocID="{4009AC1F-3247-4467-BBC5-9F2DE5197577}" presName="horzSpace2" presStyleCnt="0"/>
      <dgm:spPr/>
    </dgm:pt>
    <dgm:pt modelId="{1CBA5EB6-41EA-452E-8C9C-E54DFEBF5931}" type="pres">
      <dgm:prSet presAssocID="{4009AC1F-3247-4467-BBC5-9F2DE5197577}" presName="tx2" presStyleLbl="revTx" presStyleIdx="3" presStyleCnt="10"/>
      <dgm:spPr/>
    </dgm:pt>
    <dgm:pt modelId="{BFA5AE55-DDD6-46E7-9D6A-7A5B78CBC686}" type="pres">
      <dgm:prSet presAssocID="{4009AC1F-3247-4467-BBC5-9F2DE5197577}" presName="vert2" presStyleCnt="0"/>
      <dgm:spPr/>
    </dgm:pt>
    <dgm:pt modelId="{6BDFD916-EA63-436B-8174-19EC73FD4CAD}" type="pres">
      <dgm:prSet presAssocID="{4009AC1F-3247-4467-BBC5-9F2DE5197577}" presName="thinLine2b" presStyleLbl="callout" presStyleIdx="2" presStyleCnt="9"/>
      <dgm:spPr/>
    </dgm:pt>
    <dgm:pt modelId="{D5FF8097-4309-4ECB-8544-064D61AF6B01}" type="pres">
      <dgm:prSet presAssocID="{4009AC1F-3247-4467-BBC5-9F2DE5197577}" presName="vertSpace2b" presStyleCnt="0"/>
      <dgm:spPr/>
    </dgm:pt>
    <dgm:pt modelId="{B4E412A1-C5A9-460F-85F4-F4E16FD883F1}" type="pres">
      <dgm:prSet presAssocID="{1A5CCF6C-7D1C-4412-8362-E4447AA61BC4}" presName="horz2" presStyleCnt="0"/>
      <dgm:spPr/>
    </dgm:pt>
    <dgm:pt modelId="{7056BF2B-EEFB-44EF-A56B-A16DBB061291}" type="pres">
      <dgm:prSet presAssocID="{1A5CCF6C-7D1C-4412-8362-E4447AA61BC4}" presName="horzSpace2" presStyleCnt="0"/>
      <dgm:spPr/>
    </dgm:pt>
    <dgm:pt modelId="{C1F2585B-5FB1-4557-B92C-C2560C790008}" type="pres">
      <dgm:prSet presAssocID="{1A5CCF6C-7D1C-4412-8362-E4447AA61BC4}" presName="tx2" presStyleLbl="revTx" presStyleIdx="4" presStyleCnt="10"/>
      <dgm:spPr/>
    </dgm:pt>
    <dgm:pt modelId="{B22F7D99-B3B1-4811-B0EF-F5099C2B8C3E}" type="pres">
      <dgm:prSet presAssocID="{1A5CCF6C-7D1C-4412-8362-E4447AA61BC4}" presName="vert2" presStyleCnt="0"/>
      <dgm:spPr/>
    </dgm:pt>
    <dgm:pt modelId="{CD90F530-55CC-4CB9-BD87-4B6F7DD8A1B5}" type="pres">
      <dgm:prSet presAssocID="{1A5CCF6C-7D1C-4412-8362-E4447AA61BC4}" presName="thinLine2b" presStyleLbl="callout" presStyleIdx="3" presStyleCnt="9"/>
      <dgm:spPr/>
    </dgm:pt>
    <dgm:pt modelId="{F52CF2B6-C0B9-4109-9732-FAC572D92D39}" type="pres">
      <dgm:prSet presAssocID="{1A5CCF6C-7D1C-4412-8362-E4447AA61BC4}" presName="vertSpace2b" presStyleCnt="0"/>
      <dgm:spPr/>
    </dgm:pt>
    <dgm:pt modelId="{91CF3691-3F0C-4D80-B86A-D8BCF0523110}" type="pres">
      <dgm:prSet presAssocID="{BFEB0403-8D6B-4210-B6E9-0C2AB0650660}" presName="horz2" presStyleCnt="0"/>
      <dgm:spPr/>
    </dgm:pt>
    <dgm:pt modelId="{33843397-DDA4-4496-B60C-1B4C016AFB73}" type="pres">
      <dgm:prSet presAssocID="{BFEB0403-8D6B-4210-B6E9-0C2AB0650660}" presName="horzSpace2" presStyleCnt="0"/>
      <dgm:spPr/>
    </dgm:pt>
    <dgm:pt modelId="{4B050A8D-045E-4AFD-B00F-E31BDD3C5431}" type="pres">
      <dgm:prSet presAssocID="{BFEB0403-8D6B-4210-B6E9-0C2AB0650660}" presName="tx2" presStyleLbl="revTx" presStyleIdx="5" presStyleCnt="10"/>
      <dgm:spPr/>
    </dgm:pt>
    <dgm:pt modelId="{FC73678A-2B60-4925-869E-5AB43DE977BF}" type="pres">
      <dgm:prSet presAssocID="{BFEB0403-8D6B-4210-B6E9-0C2AB0650660}" presName="vert2" presStyleCnt="0"/>
      <dgm:spPr/>
    </dgm:pt>
    <dgm:pt modelId="{1A610A3A-F9A1-4C36-A4F9-81BEB442F432}" type="pres">
      <dgm:prSet presAssocID="{BFEB0403-8D6B-4210-B6E9-0C2AB0650660}" presName="thinLine2b" presStyleLbl="callout" presStyleIdx="4" presStyleCnt="9"/>
      <dgm:spPr/>
    </dgm:pt>
    <dgm:pt modelId="{56751D2B-297A-444B-A100-2A5883107127}" type="pres">
      <dgm:prSet presAssocID="{BFEB0403-8D6B-4210-B6E9-0C2AB0650660}" presName="vertSpace2b" presStyleCnt="0"/>
      <dgm:spPr/>
    </dgm:pt>
    <dgm:pt modelId="{82893318-8463-416F-9EEF-701AA664C4E9}" type="pres">
      <dgm:prSet presAssocID="{23B47A0A-FFAE-4414-9680-29A110FAC31A}" presName="horz2" presStyleCnt="0"/>
      <dgm:spPr/>
    </dgm:pt>
    <dgm:pt modelId="{E600859E-194A-4E72-A85B-E668F4CEBB6B}" type="pres">
      <dgm:prSet presAssocID="{23B47A0A-FFAE-4414-9680-29A110FAC31A}" presName="horzSpace2" presStyleCnt="0"/>
      <dgm:spPr/>
    </dgm:pt>
    <dgm:pt modelId="{64203149-E9CB-4900-9793-C6C2AEE7144F}" type="pres">
      <dgm:prSet presAssocID="{23B47A0A-FFAE-4414-9680-29A110FAC31A}" presName="tx2" presStyleLbl="revTx" presStyleIdx="6" presStyleCnt="10"/>
      <dgm:spPr/>
    </dgm:pt>
    <dgm:pt modelId="{00CEE33F-7364-456E-AC70-664A1BC91426}" type="pres">
      <dgm:prSet presAssocID="{23B47A0A-FFAE-4414-9680-29A110FAC31A}" presName="vert2" presStyleCnt="0"/>
      <dgm:spPr/>
    </dgm:pt>
    <dgm:pt modelId="{94DA1085-12C4-444D-ADFE-9E655DB536A7}" type="pres">
      <dgm:prSet presAssocID="{23B47A0A-FFAE-4414-9680-29A110FAC31A}" presName="thinLine2b" presStyleLbl="callout" presStyleIdx="5" presStyleCnt="9"/>
      <dgm:spPr/>
    </dgm:pt>
    <dgm:pt modelId="{1EBCC81F-6D57-4B3E-B747-D60669CDA368}" type="pres">
      <dgm:prSet presAssocID="{23B47A0A-FFAE-4414-9680-29A110FAC31A}" presName="vertSpace2b" presStyleCnt="0"/>
      <dgm:spPr/>
    </dgm:pt>
    <dgm:pt modelId="{30F2BEAF-5C43-4EF5-B05A-0E72DA0D2A20}" type="pres">
      <dgm:prSet presAssocID="{486539B3-7DBF-460F-8759-AF8472FE2F91}" presName="horz2" presStyleCnt="0"/>
      <dgm:spPr/>
    </dgm:pt>
    <dgm:pt modelId="{412994FE-50A8-4C52-BA50-F0A35A85AF59}" type="pres">
      <dgm:prSet presAssocID="{486539B3-7DBF-460F-8759-AF8472FE2F91}" presName="horzSpace2" presStyleCnt="0"/>
      <dgm:spPr/>
    </dgm:pt>
    <dgm:pt modelId="{1D74257D-8006-4FFF-AD4B-9E68D1735E98}" type="pres">
      <dgm:prSet presAssocID="{486539B3-7DBF-460F-8759-AF8472FE2F91}" presName="tx2" presStyleLbl="revTx" presStyleIdx="7" presStyleCnt="10"/>
      <dgm:spPr/>
    </dgm:pt>
    <dgm:pt modelId="{9BBABD1D-867E-4DE7-982D-3A5119223520}" type="pres">
      <dgm:prSet presAssocID="{486539B3-7DBF-460F-8759-AF8472FE2F91}" presName="vert2" presStyleCnt="0"/>
      <dgm:spPr/>
    </dgm:pt>
    <dgm:pt modelId="{D730E58E-6E64-4CB7-855E-EB4E5F08D764}" type="pres">
      <dgm:prSet presAssocID="{486539B3-7DBF-460F-8759-AF8472FE2F91}" presName="thinLine2b" presStyleLbl="callout" presStyleIdx="6" presStyleCnt="9"/>
      <dgm:spPr/>
    </dgm:pt>
    <dgm:pt modelId="{5F8068FF-8AE1-490D-99BA-28AD0D14112A}" type="pres">
      <dgm:prSet presAssocID="{486539B3-7DBF-460F-8759-AF8472FE2F91}" presName="vertSpace2b" presStyleCnt="0"/>
      <dgm:spPr/>
    </dgm:pt>
    <dgm:pt modelId="{B3325024-5399-455E-9651-236452D9BD94}" type="pres">
      <dgm:prSet presAssocID="{22F83551-0A1F-4243-BD59-DC09218010FA}" presName="horz2" presStyleCnt="0"/>
      <dgm:spPr/>
    </dgm:pt>
    <dgm:pt modelId="{7D63303D-3D82-4FA3-B48A-89107D0C6BD3}" type="pres">
      <dgm:prSet presAssocID="{22F83551-0A1F-4243-BD59-DC09218010FA}" presName="horzSpace2" presStyleCnt="0"/>
      <dgm:spPr/>
    </dgm:pt>
    <dgm:pt modelId="{70E38D51-FEB7-4CC5-BEAF-59EE07769A42}" type="pres">
      <dgm:prSet presAssocID="{22F83551-0A1F-4243-BD59-DC09218010FA}" presName="tx2" presStyleLbl="revTx" presStyleIdx="8" presStyleCnt="10"/>
      <dgm:spPr/>
    </dgm:pt>
    <dgm:pt modelId="{9BC88829-FEAB-46E8-A613-B2F47144E7F8}" type="pres">
      <dgm:prSet presAssocID="{22F83551-0A1F-4243-BD59-DC09218010FA}" presName="vert2" presStyleCnt="0"/>
      <dgm:spPr/>
    </dgm:pt>
    <dgm:pt modelId="{B8BD3A15-B12A-4221-871C-8E574D726223}" type="pres">
      <dgm:prSet presAssocID="{22F83551-0A1F-4243-BD59-DC09218010FA}" presName="thinLine2b" presStyleLbl="callout" presStyleIdx="7" presStyleCnt="9"/>
      <dgm:spPr/>
    </dgm:pt>
    <dgm:pt modelId="{609ED6C1-7A6C-4AFA-92D0-62EC91F6EED9}" type="pres">
      <dgm:prSet presAssocID="{22F83551-0A1F-4243-BD59-DC09218010FA}" presName="vertSpace2b" presStyleCnt="0"/>
      <dgm:spPr/>
    </dgm:pt>
    <dgm:pt modelId="{70EC9121-6C31-43ED-B18C-D132B0FB2A2B}" type="pres">
      <dgm:prSet presAssocID="{37BB0676-CEF0-4466-8DC1-3C59B44E9318}" presName="horz2" presStyleCnt="0"/>
      <dgm:spPr/>
    </dgm:pt>
    <dgm:pt modelId="{E176DF92-0866-4E29-92C5-FCF076F764D5}" type="pres">
      <dgm:prSet presAssocID="{37BB0676-CEF0-4466-8DC1-3C59B44E9318}" presName="horzSpace2" presStyleCnt="0"/>
      <dgm:spPr/>
    </dgm:pt>
    <dgm:pt modelId="{6F3860CC-E7D3-443B-94BC-0BFDD7FED810}" type="pres">
      <dgm:prSet presAssocID="{37BB0676-CEF0-4466-8DC1-3C59B44E9318}" presName="tx2" presStyleLbl="revTx" presStyleIdx="9" presStyleCnt="10"/>
      <dgm:spPr/>
    </dgm:pt>
    <dgm:pt modelId="{97D7BF58-000A-4F96-AE4A-E1285B5E4B32}" type="pres">
      <dgm:prSet presAssocID="{37BB0676-CEF0-4466-8DC1-3C59B44E9318}" presName="vert2" presStyleCnt="0"/>
      <dgm:spPr/>
    </dgm:pt>
    <dgm:pt modelId="{82B55946-4091-4055-9365-5D1F6A9A404E}" type="pres">
      <dgm:prSet presAssocID="{37BB0676-CEF0-4466-8DC1-3C59B44E9318}" presName="thinLine2b" presStyleLbl="callout" presStyleIdx="8" presStyleCnt="9"/>
      <dgm:spPr/>
    </dgm:pt>
    <dgm:pt modelId="{A0EE174C-C403-4C58-9239-4A4CF2F3FEF4}" type="pres">
      <dgm:prSet presAssocID="{37BB0676-CEF0-4466-8DC1-3C59B44E9318}" presName="vertSpace2b" presStyleCnt="0"/>
      <dgm:spPr/>
    </dgm:pt>
  </dgm:ptLst>
  <dgm:cxnLst>
    <dgm:cxn modelId="{86C4661A-7AD3-4837-B545-D956D1F2F9EC}" type="presOf" srcId="{4009AC1F-3247-4467-BBC5-9F2DE5197577}" destId="{1CBA5EB6-41EA-452E-8C9C-E54DFEBF5931}" srcOrd="0" destOrd="0" presId="urn:microsoft.com/office/officeart/2008/layout/LinedList"/>
    <dgm:cxn modelId="{D3F71B21-3F45-4552-B242-BD83E1A72F7B}" type="presOf" srcId="{51C5F622-B945-4B8F-9745-9BEB9C9EAC36}" destId="{4664C215-27B2-4AF9-8672-15426343B94E}" srcOrd="0" destOrd="0" presId="urn:microsoft.com/office/officeart/2008/layout/LinedList"/>
    <dgm:cxn modelId="{FA960A2A-2873-47ED-9AD0-17B8E0352F03}" type="presOf" srcId="{1E1970B2-04BD-4EE6-8FBE-947FD5A2396E}" destId="{300C5865-6A45-4B76-8108-38CE0FE06A42}" srcOrd="0" destOrd="0" presId="urn:microsoft.com/office/officeart/2008/layout/LinedList"/>
    <dgm:cxn modelId="{6C94262F-7DD6-456F-A910-629C162A001F}" srcId="{2BDAF872-110B-4040-84B6-9CDF0FE09239}" destId="{51C5F622-B945-4B8F-9745-9BEB9C9EAC36}" srcOrd="0" destOrd="0" parTransId="{B367D2E8-17F0-45E7-A410-42DFB8B4665E}" sibTransId="{E6892D8A-6DF7-4225-AABA-71CDB69EC586}"/>
    <dgm:cxn modelId="{E8C80230-1329-4BC7-A586-17E7C863ED1E}" srcId="{2BDAF872-110B-4040-84B6-9CDF0FE09239}" destId="{22F83551-0A1F-4243-BD59-DC09218010FA}" srcOrd="7" destOrd="0" parTransId="{B804E2E9-2CEF-41C8-86C5-59E8F02CC156}" sibTransId="{3D3E18B9-A3E5-4D49-AC16-C6E036969AB5}"/>
    <dgm:cxn modelId="{B4DBE93E-CCDE-408A-8DFC-4F94FFA30FE8}" srcId="{2BDAF872-110B-4040-84B6-9CDF0FE09239}" destId="{1A5CCF6C-7D1C-4412-8362-E4447AA61BC4}" srcOrd="3" destOrd="0" parTransId="{27EEAEBE-3F13-43EF-90F7-C56EBA511D31}" sibTransId="{BE5793F1-84E0-4C2D-A302-E2A4EF6D4B0F}"/>
    <dgm:cxn modelId="{8A6AC365-070E-409E-9738-A67A2EC17E1C}" type="presOf" srcId="{486539B3-7DBF-460F-8759-AF8472FE2F91}" destId="{1D74257D-8006-4FFF-AD4B-9E68D1735E98}" srcOrd="0" destOrd="0" presId="urn:microsoft.com/office/officeart/2008/layout/LinedList"/>
    <dgm:cxn modelId="{0928C36F-C989-45EC-B5AC-309FAEBFD7DC}" type="presOf" srcId="{2BDAF872-110B-4040-84B6-9CDF0FE09239}" destId="{F1BD37F7-CA39-42EF-96CB-AFDA311A7618}" srcOrd="0" destOrd="0" presId="urn:microsoft.com/office/officeart/2008/layout/LinedList"/>
    <dgm:cxn modelId="{3B518472-0E04-42B8-8B14-2AF684BC3E6E}" type="presOf" srcId="{1A5CCF6C-7D1C-4412-8362-E4447AA61BC4}" destId="{C1F2585B-5FB1-4557-B92C-C2560C790008}" srcOrd="0" destOrd="0" presId="urn:microsoft.com/office/officeart/2008/layout/LinedList"/>
    <dgm:cxn modelId="{2B8BA884-6FC4-4D26-BBFB-1D531280A0C5}" srcId="{2BDAF872-110B-4040-84B6-9CDF0FE09239}" destId="{23B47A0A-FFAE-4414-9680-29A110FAC31A}" srcOrd="5" destOrd="0" parTransId="{ECB77527-7214-4828-A034-119F24402D09}" sibTransId="{78D67B2E-1DDE-4FDC-9A9C-6F2F0DCEF885}"/>
    <dgm:cxn modelId="{283F459B-E1A0-4115-8354-31322C58FA70}" type="presOf" srcId="{22F83551-0A1F-4243-BD59-DC09218010FA}" destId="{70E38D51-FEB7-4CC5-BEAF-59EE07769A42}" srcOrd="0" destOrd="0" presId="urn:microsoft.com/office/officeart/2008/layout/LinedList"/>
    <dgm:cxn modelId="{7BD5BDA2-BD85-4CA3-8304-5161AB0D2A30}" srcId="{2BDAF872-110B-4040-84B6-9CDF0FE09239}" destId="{BFEB0403-8D6B-4210-B6E9-0C2AB0650660}" srcOrd="4" destOrd="0" parTransId="{C7FA5690-989B-4693-9100-7CAE2EC2BCBB}" sibTransId="{9B0D31A5-FDBE-4F85-BD5F-5E71BC2D87EB}"/>
    <dgm:cxn modelId="{A4655AB2-B869-438F-AFC8-438715F888D7}" type="presOf" srcId="{5E76099D-EE72-477A-8DA8-8D1EAF36072B}" destId="{29B58B00-20EC-49F8-81AA-BC33A7266EB2}" srcOrd="0" destOrd="0" presId="urn:microsoft.com/office/officeart/2008/layout/LinedList"/>
    <dgm:cxn modelId="{701AABBD-C2F1-404F-A4AE-CA9370FB8637}" srcId="{2BDAF872-110B-4040-84B6-9CDF0FE09239}" destId="{486539B3-7DBF-460F-8759-AF8472FE2F91}" srcOrd="6" destOrd="0" parTransId="{87328A9B-6440-4CAD-A455-3310A2E311B2}" sibTransId="{2C6E17F8-1DE2-432D-9DA7-DD9203A84E9B}"/>
    <dgm:cxn modelId="{962610CB-7ED9-44EF-9440-18D48A157D5E}" srcId="{2BDAF872-110B-4040-84B6-9CDF0FE09239}" destId="{4009AC1F-3247-4467-BBC5-9F2DE5197577}" srcOrd="2" destOrd="0" parTransId="{10763B72-BCFC-4553-8D42-894048AE7B4D}" sibTransId="{D1582554-D433-44B0-B194-F196570E12D7}"/>
    <dgm:cxn modelId="{0399F3D0-C286-4FCB-9819-492228F4BE43}" type="presOf" srcId="{23B47A0A-FFAE-4414-9680-29A110FAC31A}" destId="{64203149-E9CB-4900-9793-C6C2AEE7144F}" srcOrd="0" destOrd="0" presId="urn:microsoft.com/office/officeart/2008/layout/LinedList"/>
    <dgm:cxn modelId="{B87690DE-C16B-41EE-B345-1B4FA765DDD5}" srcId="{2BDAF872-110B-4040-84B6-9CDF0FE09239}" destId="{37BB0676-CEF0-4466-8DC1-3C59B44E9318}" srcOrd="8" destOrd="0" parTransId="{04DDF6D9-3D58-4606-AAB3-2812FDB32D7C}" sibTransId="{7EFB5DD0-1A8A-4E15-A3E8-BA7E6F870755}"/>
    <dgm:cxn modelId="{C72ED6E0-586E-4315-AF31-A5B92FE725AE}" type="presOf" srcId="{BFEB0403-8D6B-4210-B6E9-0C2AB0650660}" destId="{4B050A8D-045E-4AFD-B00F-E31BDD3C5431}" srcOrd="0" destOrd="0" presId="urn:microsoft.com/office/officeart/2008/layout/LinedList"/>
    <dgm:cxn modelId="{A1EEE0E7-D410-40C7-B13E-23357062BE6C}" srcId="{5E76099D-EE72-477A-8DA8-8D1EAF36072B}" destId="{2BDAF872-110B-4040-84B6-9CDF0FE09239}" srcOrd="0" destOrd="0" parTransId="{AA7F2915-2B26-4D25-8A19-CF9268343E7D}" sibTransId="{AF8ED3C2-40A9-441A-93A1-79D42B2A60B3}"/>
    <dgm:cxn modelId="{4D02F7E7-748D-4F87-BD8D-E4E55ABD689E}" type="presOf" srcId="{37BB0676-CEF0-4466-8DC1-3C59B44E9318}" destId="{6F3860CC-E7D3-443B-94BC-0BFDD7FED810}" srcOrd="0" destOrd="0" presId="urn:microsoft.com/office/officeart/2008/layout/LinedList"/>
    <dgm:cxn modelId="{F52683F8-7FC1-4414-8A6D-02BD3B7BA1FF}" srcId="{2BDAF872-110B-4040-84B6-9CDF0FE09239}" destId="{1E1970B2-04BD-4EE6-8FBE-947FD5A2396E}" srcOrd="1" destOrd="0" parTransId="{5D826DD3-D62F-4B40-BFEF-907132FA9E93}" sibTransId="{E42042A4-937A-46F5-B502-98053455CA02}"/>
    <dgm:cxn modelId="{94F79B80-B8C5-451F-BF4A-E3A458AA2331}" type="presParOf" srcId="{29B58B00-20EC-49F8-81AA-BC33A7266EB2}" destId="{84B5AEE9-EEF9-4338-A739-8C8A1EFC53DB}" srcOrd="0" destOrd="0" presId="urn:microsoft.com/office/officeart/2008/layout/LinedList"/>
    <dgm:cxn modelId="{3C44B144-32BF-4AFC-9D3E-38967F86153A}" type="presParOf" srcId="{29B58B00-20EC-49F8-81AA-BC33A7266EB2}" destId="{F2AB910E-6EA8-45EA-97A7-4D1610ABF03B}" srcOrd="1" destOrd="0" presId="urn:microsoft.com/office/officeart/2008/layout/LinedList"/>
    <dgm:cxn modelId="{6565F2B9-97B8-462E-847B-59B23CF2E35B}" type="presParOf" srcId="{F2AB910E-6EA8-45EA-97A7-4D1610ABF03B}" destId="{F1BD37F7-CA39-42EF-96CB-AFDA311A7618}" srcOrd="0" destOrd="0" presId="urn:microsoft.com/office/officeart/2008/layout/LinedList"/>
    <dgm:cxn modelId="{F6A8365B-632F-4509-B5CC-933C80A01302}" type="presParOf" srcId="{F2AB910E-6EA8-45EA-97A7-4D1610ABF03B}" destId="{8506206D-4D44-45CD-B624-69C7CDCD4C4A}" srcOrd="1" destOrd="0" presId="urn:microsoft.com/office/officeart/2008/layout/LinedList"/>
    <dgm:cxn modelId="{FF1BB236-84CF-4A4D-BBCB-A78D2679A862}" type="presParOf" srcId="{8506206D-4D44-45CD-B624-69C7CDCD4C4A}" destId="{FDBF6FD3-15DA-4CC1-9167-EE8E87ED9995}" srcOrd="0" destOrd="0" presId="urn:microsoft.com/office/officeart/2008/layout/LinedList"/>
    <dgm:cxn modelId="{0EE48024-AA5E-4137-B3CB-7EF26DEE2C50}" type="presParOf" srcId="{8506206D-4D44-45CD-B624-69C7CDCD4C4A}" destId="{9AF8BF07-9A85-4EE4-B0C4-6D4A5ABEA80A}" srcOrd="1" destOrd="0" presId="urn:microsoft.com/office/officeart/2008/layout/LinedList"/>
    <dgm:cxn modelId="{C38E67C9-DC18-48ED-8D7E-129BC4F25718}" type="presParOf" srcId="{9AF8BF07-9A85-4EE4-B0C4-6D4A5ABEA80A}" destId="{DF6978E2-6283-4457-AB48-8763C71ED17D}" srcOrd="0" destOrd="0" presId="urn:microsoft.com/office/officeart/2008/layout/LinedList"/>
    <dgm:cxn modelId="{74DA659C-F469-4FA9-BF2A-78865665B96F}" type="presParOf" srcId="{9AF8BF07-9A85-4EE4-B0C4-6D4A5ABEA80A}" destId="{4664C215-27B2-4AF9-8672-15426343B94E}" srcOrd="1" destOrd="0" presId="urn:microsoft.com/office/officeart/2008/layout/LinedList"/>
    <dgm:cxn modelId="{71CC943D-C80B-4A1D-B33F-779896636127}" type="presParOf" srcId="{9AF8BF07-9A85-4EE4-B0C4-6D4A5ABEA80A}" destId="{17C5EB3B-136B-4BC3-82E5-721DB102CAD6}" srcOrd="2" destOrd="0" presId="urn:microsoft.com/office/officeart/2008/layout/LinedList"/>
    <dgm:cxn modelId="{15479CF7-C22D-4D7C-B692-1BB54B7249E3}" type="presParOf" srcId="{8506206D-4D44-45CD-B624-69C7CDCD4C4A}" destId="{18DD8240-F8EF-4AA8-B5FD-FCBCDEAFEA7F}" srcOrd="2" destOrd="0" presId="urn:microsoft.com/office/officeart/2008/layout/LinedList"/>
    <dgm:cxn modelId="{8E56E527-C6CA-49B8-8B5D-CD4E5A170B8C}" type="presParOf" srcId="{8506206D-4D44-45CD-B624-69C7CDCD4C4A}" destId="{9ED0C48C-30A1-4003-8874-8D51EEEA09AD}" srcOrd="3" destOrd="0" presId="urn:microsoft.com/office/officeart/2008/layout/LinedList"/>
    <dgm:cxn modelId="{BAC98022-ECBD-4595-893F-684EA247A411}" type="presParOf" srcId="{8506206D-4D44-45CD-B624-69C7CDCD4C4A}" destId="{EB19851B-6703-42CB-B671-7CAF190F5F8C}" srcOrd="4" destOrd="0" presId="urn:microsoft.com/office/officeart/2008/layout/LinedList"/>
    <dgm:cxn modelId="{7693951C-BA67-42F1-BBE7-3AAF1855151F}" type="presParOf" srcId="{EB19851B-6703-42CB-B671-7CAF190F5F8C}" destId="{002AC5F7-8ECF-44C8-ABB9-3E78F16C1035}" srcOrd="0" destOrd="0" presId="urn:microsoft.com/office/officeart/2008/layout/LinedList"/>
    <dgm:cxn modelId="{F97BEB77-39A0-4DA2-A274-2DC11557FB98}" type="presParOf" srcId="{EB19851B-6703-42CB-B671-7CAF190F5F8C}" destId="{300C5865-6A45-4B76-8108-38CE0FE06A42}" srcOrd="1" destOrd="0" presId="urn:microsoft.com/office/officeart/2008/layout/LinedList"/>
    <dgm:cxn modelId="{9403ECC7-FA21-4673-A734-3F60369051E3}" type="presParOf" srcId="{EB19851B-6703-42CB-B671-7CAF190F5F8C}" destId="{5AA55767-8245-4D54-AAE8-8F79923A657E}" srcOrd="2" destOrd="0" presId="urn:microsoft.com/office/officeart/2008/layout/LinedList"/>
    <dgm:cxn modelId="{9877B17B-2771-40C4-BF12-60CBFDD757D3}" type="presParOf" srcId="{8506206D-4D44-45CD-B624-69C7CDCD4C4A}" destId="{F2408CB0-A0DA-412F-B913-31736C3C9B01}" srcOrd="5" destOrd="0" presId="urn:microsoft.com/office/officeart/2008/layout/LinedList"/>
    <dgm:cxn modelId="{92651A2E-0C7A-4220-A6E5-BB784DCBBBBA}" type="presParOf" srcId="{8506206D-4D44-45CD-B624-69C7CDCD4C4A}" destId="{62AAB273-45F2-4761-B24B-D9F3B3C11883}" srcOrd="6" destOrd="0" presId="urn:microsoft.com/office/officeart/2008/layout/LinedList"/>
    <dgm:cxn modelId="{56CAD7BB-BB3B-4AD4-8F30-DE4A542A6979}" type="presParOf" srcId="{8506206D-4D44-45CD-B624-69C7CDCD4C4A}" destId="{89E6515B-96AE-406B-8056-CA636581B914}" srcOrd="7" destOrd="0" presId="urn:microsoft.com/office/officeart/2008/layout/LinedList"/>
    <dgm:cxn modelId="{5EF204EA-5EFC-4D4D-9A9C-385CCB6A9CAE}" type="presParOf" srcId="{89E6515B-96AE-406B-8056-CA636581B914}" destId="{ECF1CA94-09AC-4740-8F2E-BF1FD5BE5CF1}" srcOrd="0" destOrd="0" presId="urn:microsoft.com/office/officeart/2008/layout/LinedList"/>
    <dgm:cxn modelId="{9F547D77-EB49-4105-909B-A6C9ABA50223}" type="presParOf" srcId="{89E6515B-96AE-406B-8056-CA636581B914}" destId="{1CBA5EB6-41EA-452E-8C9C-E54DFEBF5931}" srcOrd="1" destOrd="0" presId="urn:microsoft.com/office/officeart/2008/layout/LinedList"/>
    <dgm:cxn modelId="{B82E780D-8D1A-4BDD-88D3-7D2AAAACE844}" type="presParOf" srcId="{89E6515B-96AE-406B-8056-CA636581B914}" destId="{BFA5AE55-DDD6-46E7-9D6A-7A5B78CBC686}" srcOrd="2" destOrd="0" presId="urn:microsoft.com/office/officeart/2008/layout/LinedList"/>
    <dgm:cxn modelId="{3A9FF373-5153-4787-937E-AE54E58C31E4}" type="presParOf" srcId="{8506206D-4D44-45CD-B624-69C7CDCD4C4A}" destId="{6BDFD916-EA63-436B-8174-19EC73FD4CAD}" srcOrd="8" destOrd="0" presId="urn:microsoft.com/office/officeart/2008/layout/LinedList"/>
    <dgm:cxn modelId="{A44C9C0D-575A-4315-BBE6-5D82298002E6}" type="presParOf" srcId="{8506206D-4D44-45CD-B624-69C7CDCD4C4A}" destId="{D5FF8097-4309-4ECB-8544-064D61AF6B01}" srcOrd="9" destOrd="0" presId="urn:microsoft.com/office/officeart/2008/layout/LinedList"/>
    <dgm:cxn modelId="{BD7749C9-2181-40E2-A10B-8955E3EE09E7}" type="presParOf" srcId="{8506206D-4D44-45CD-B624-69C7CDCD4C4A}" destId="{B4E412A1-C5A9-460F-85F4-F4E16FD883F1}" srcOrd="10" destOrd="0" presId="urn:microsoft.com/office/officeart/2008/layout/LinedList"/>
    <dgm:cxn modelId="{5344547A-1DA9-42F4-A7D5-94CE87C475A0}" type="presParOf" srcId="{B4E412A1-C5A9-460F-85F4-F4E16FD883F1}" destId="{7056BF2B-EEFB-44EF-A56B-A16DBB061291}" srcOrd="0" destOrd="0" presId="urn:microsoft.com/office/officeart/2008/layout/LinedList"/>
    <dgm:cxn modelId="{0A5D7592-2496-4358-9E6B-25020831A397}" type="presParOf" srcId="{B4E412A1-C5A9-460F-85F4-F4E16FD883F1}" destId="{C1F2585B-5FB1-4557-B92C-C2560C790008}" srcOrd="1" destOrd="0" presId="urn:microsoft.com/office/officeart/2008/layout/LinedList"/>
    <dgm:cxn modelId="{08871262-0B62-489F-A99F-268F9B6C222A}" type="presParOf" srcId="{B4E412A1-C5A9-460F-85F4-F4E16FD883F1}" destId="{B22F7D99-B3B1-4811-B0EF-F5099C2B8C3E}" srcOrd="2" destOrd="0" presId="urn:microsoft.com/office/officeart/2008/layout/LinedList"/>
    <dgm:cxn modelId="{EA437B50-C8FC-449E-B879-AE77CFF27C40}" type="presParOf" srcId="{8506206D-4D44-45CD-B624-69C7CDCD4C4A}" destId="{CD90F530-55CC-4CB9-BD87-4B6F7DD8A1B5}" srcOrd="11" destOrd="0" presId="urn:microsoft.com/office/officeart/2008/layout/LinedList"/>
    <dgm:cxn modelId="{C149545B-DCAC-469F-B204-CE80437AF6D4}" type="presParOf" srcId="{8506206D-4D44-45CD-B624-69C7CDCD4C4A}" destId="{F52CF2B6-C0B9-4109-9732-FAC572D92D39}" srcOrd="12" destOrd="0" presId="urn:microsoft.com/office/officeart/2008/layout/LinedList"/>
    <dgm:cxn modelId="{BB360760-BF91-4B1D-8764-B0B630F22D3A}" type="presParOf" srcId="{8506206D-4D44-45CD-B624-69C7CDCD4C4A}" destId="{91CF3691-3F0C-4D80-B86A-D8BCF0523110}" srcOrd="13" destOrd="0" presId="urn:microsoft.com/office/officeart/2008/layout/LinedList"/>
    <dgm:cxn modelId="{5A42915C-0553-4FD6-A7C0-64CF74FBAA22}" type="presParOf" srcId="{91CF3691-3F0C-4D80-B86A-D8BCF0523110}" destId="{33843397-DDA4-4496-B60C-1B4C016AFB73}" srcOrd="0" destOrd="0" presId="urn:microsoft.com/office/officeart/2008/layout/LinedList"/>
    <dgm:cxn modelId="{8AE1A0BF-D5DA-4A80-95E5-FF3101FD87E7}" type="presParOf" srcId="{91CF3691-3F0C-4D80-B86A-D8BCF0523110}" destId="{4B050A8D-045E-4AFD-B00F-E31BDD3C5431}" srcOrd="1" destOrd="0" presId="urn:microsoft.com/office/officeart/2008/layout/LinedList"/>
    <dgm:cxn modelId="{C14EBC8D-3B82-4C94-948A-B74D25768469}" type="presParOf" srcId="{91CF3691-3F0C-4D80-B86A-D8BCF0523110}" destId="{FC73678A-2B60-4925-869E-5AB43DE977BF}" srcOrd="2" destOrd="0" presId="urn:microsoft.com/office/officeart/2008/layout/LinedList"/>
    <dgm:cxn modelId="{07219CFC-2CA1-48B5-93F5-CB8E4A17899B}" type="presParOf" srcId="{8506206D-4D44-45CD-B624-69C7CDCD4C4A}" destId="{1A610A3A-F9A1-4C36-A4F9-81BEB442F432}" srcOrd="14" destOrd="0" presId="urn:microsoft.com/office/officeart/2008/layout/LinedList"/>
    <dgm:cxn modelId="{F9F5E9DE-9007-412F-A2DC-604C654EED41}" type="presParOf" srcId="{8506206D-4D44-45CD-B624-69C7CDCD4C4A}" destId="{56751D2B-297A-444B-A100-2A5883107127}" srcOrd="15" destOrd="0" presId="urn:microsoft.com/office/officeart/2008/layout/LinedList"/>
    <dgm:cxn modelId="{C9F2F124-E89E-4A35-82B9-35721CB676D2}" type="presParOf" srcId="{8506206D-4D44-45CD-B624-69C7CDCD4C4A}" destId="{82893318-8463-416F-9EEF-701AA664C4E9}" srcOrd="16" destOrd="0" presId="urn:microsoft.com/office/officeart/2008/layout/LinedList"/>
    <dgm:cxn modelId="{FFB658C1-D305-440F-9EF5-F53D616112B7}" type="presParOf" srcId="{82893318-8463-416F-9EEF-701AA664C4E9}" destId="{E600859E-194A-4E72-A85B-E668F4CEBB6B}" srcOrd="0" destOrd="0" presId="urn:microsoft.com/office/officeart/2008/layout/LinedList"/>
    <dgm:cxn modelId="{52E0F0B0-26EF-431D-9EB8-BBD7A0915FDC}" type="presParOf" srcId="{82893318-8463-416F-9EEF-701AA664C4E9}" destId="{64203149-E9CB-4900-9793-C6C2AEE7144F}" srcOrd="1" destOrd="0" presId="urn:microsoft.com/office/officeart/2008/layout/LinedList"/>
    <dgm:cxn modelId="{68FAD07B-9077-471E-BB33-15B6DCD17BAF}" type="presParOf" srcId="{82893318-8463-416F-9EEF-701AA664C4E9}" destId="{00CEE33F-7364-456E-AC70-664A1BC91426}" srcOrd="2" destOrd="0" presId="urn:microsoft.com/office/officeart/2008/layout/LinedList"/>
    <dgm:cxn modelId="{B54CEF9A-4411-4BA5-953B-CDC229264F14}" type="presParOf" srcId="{8506206D-4D44-45CD-B624-69C7CDCD4C4A}" destId="{94DA1085-12C4-444D-ADFE-9E655DB536A7}" srcOrd="17" destOrd="0" presId="urn:microsoft.com/office/officeart/2008/layout/LinedList"/>
    <dgm:cxn modelId="{91719463-323F-4EE7-9672-7F83ACA36156}" type="presParOf" srcId="{8506206D-4D44-45CD-B624-69C7CDCD4C4A}" destId="{1EBCC81F-6D57-4B3E-B747-D60669CDA368}" srcOrd="18" destOrd="0" presId="urn:microsoft.com/office/officeart/2008/layout/LinedList"/>
    <dgm:cxn modelId="{9E293C6C-0F5B-40CD-908C-2B8FC9637B70}" type="presParOf" srcId="{8506206D-4D44-45CD-B624-69C7CDCD4C4A}" destId="{30F2BEAF-5C43-4EF5-B05A-0E72DA0D2A20}" srcOrd="19" destOrd="0" presId="urn:microsoft.com/office/officeart/2008/layout/LinedList"/>
    <dgm:cxn modelId="{7A8144DF-3725-4B27-A7A9-C763FA56F68B}" type="presParOf" srcId="{30F2BEAF-5C43-4EF5-B05A-0E72DA0D2A20}" destId="{412994FE-50A8-4C52-BA50-F0A35A85AF59}" srcOrd="0" destOrd="0" presId="urn:microsoft.com/office/officeart/2008/layout/LinedList"/>
    <dgm:cxn modelId="{C7E0ADF6-36F3-4CFF-B887-1EF3C69CACC5}" type="presParOf" srcId="{30F2BEAF-5C43-4EF5-B05A-0E72DA0D2A20}" destId="{1D74257D-8006-4FFF-AD4B-9E68D1735E98}" srcOrd="1" destOrd="0" presId="urn:microsoft.com/office/officeart/2008/layout/LinedList"/>
    <dgm:cxn modelId="{30414959-F2EC-4AE9-9E20-4C7A794A39BD}" type="presParOf" srcId="{30F2BEAF-5C43-4EF5-B05A-0E72DA0D2A20}" destId="{9BBABD1D-867E-4DE7-982D-3A5119223520}" srcOrd="2" destOrd="0" presId="urn:microsoft.com/office/officeart/2008/layout/LinedList"/>
    <dgm:cxn modelId="{513E8B08-B57C-4647-BA27-E70BC9701F80}" type="presParOf" srcId="{8506206D-4D44-45CD-B624-69C7CDCD4C4A}" destId="{D730E58E-6E64-4CB7-855E-EB4E5F08D764}" srcOrd="20" destOrd="0" presId="urn:microsoft.com/office/officeart/2008/layout/LinedList"/>
    <dgm:cxn modelId="{095F5E20-2C65-4241-8EA3-F58746718B2A}" type="presParOf" srcId="{8506206D-4D44-45CD-B624-69C7CDCD4C4A}" destId="{5F8068FF-8AE1-490D-99BA-28AD0D14112A}" srcOrd="21" destOrd="0" presId="urn:microsoft.com/office/officeart/2008/layout/LinedList"/>
    <dgm:cxn modelId="{0E25FF5B-5797-4494-9CE3-C90862057673}" type="presParOf" srcId="{8506206D-4D44-45CD-B624-69C7CDCD4C4A}" destId="{B3325024-5399-455E-9651-236452D9BD94}" srcOrd="22" destOrd="0" presId="urn:microsoft.com/office/officeart/2008/layout/LinedList"/>
    <dgm:cxn modelId="{BFC143F0-FF51-4BB8-8DF8-3C9A46483D90}" type="presParOf" srcId="{B3325024-5399-455E-9651-236452D9BD94}" destId="{7D63303D-3D82-4FA3-B48A-89107D0C6BD3}" srcOrd="0" destOrd="0" presId="urn:microsoft.com/office/officeart/2008/layout/LinedList"/>
    <dgm:cxn modelId="{A1F90F39-461C-470B-91BA-3BA7B5DAEFE5}" type="presParOf" srcId="{B3325024-5399-455E-9651-236452D9BD94}" destId="{70E38D51-FEB7-4CC5-BEAF-59EE07769A42}" srcOrd="1" destOrd="0" presId="urn:microsoft.com/office/officeart/2008/layout/LinedList"/>
    <dgm:cxn modelId="{BD54A415-6411-49DF-9AE6-D4BB24799B67}" type="presParOf" srcId="{B3325024-5399-455E-9651-236452D9BD94}" destId="{9BC88829-FEAB-46E8-A613-B2F47144E7F8}" srcOrd="2" destOrd="0" presId="urn:microsoft.com/office/officeart/2008/layout/LinedList"/>
    <dgm:cxn modelId="{9E844B5F-3152-4513-8E5B-5DC3A5247840}" type="presParOf" srcId="{8506206D-4D44-45CD-B624-69C7CDCD4C4A}" destId="{B8BD3A15-B12A-4221-871C-8E574D726223}" srcOrd="23" destOrd="0" presId="urn:microsoft.com/office/officeart/2008/layout/LinedList"/>
    <dgm:cxn modelId="{94476447-4A34-44AF-83B5-5CC9326BD065}" type="presParOf" srcId="{8506206D-4D44-45CD-B624-69C7CDCD4C4A}" destId="{609ED6C1-7A6C-4AFA-92D0-62EC91F6EED9}" srcOrd="24" destOrd="0" presId="urn:microsoft.com/office/officeart/2008/layout/LinedList"/>
    <dgm:cxn modelId="{2EA47FE8-AB61-4667-AAB3-271D02CDE600}" type="presParOf" srcId="{8506206D-4D44-45CD-B624-69C7CDCD4C4A}" destId="{70EC9121-6C31-43ED-B18C-D132B0FB2A2B}" srcOrd="25" destOrd="0" presId="urn:microsoft.com/office/officeart/2008/layout/LinedList"/>
    <dgm:cxn modelId="{670A9CB9-E61F-4660-BF93-A820F51E3D0A}" type="presParOf" srcId="{70EC9121-6C31-43ED-B18C-D132B0FB2A2B}" destId="{E176DF92-0866-4E29-92C5-FCF076F764D5}" srcOrd="0" destOrd="0" presId="urn:microsoft.com/office/officeart/2008/layout/LinedList"/>
    <dgm:cxn modelId="{CCDEF2CE-987C-4899-A8E6-AC787DF095AF}" type="presParOf" srcId="{70EC9121-6C31-43ED-B18C-D132B0FB2A2B}" destId="{6F3860CC-E7D3-443B-94BC-0BFDD7FED810}" srcOrd="1" destOrd="0" presId="urn:microsoft.com/office/officeart/2008/layout/LinedList"/>
    <dgm:cxn modelId="{18DE7025-A73D-42D6-BFB7-A1E797A40140}" type="presParOf" srcId="{70EC9121-6C31-43ED-B18C-D132B0FB2A2B}" destId="{97D7BF58-000A-4F96-AE4A-E1285B5E4B32}" srcOrd="2" destOrd="0" presId="urn:microsoft.com/office/officeart/2008/layout/LinedList"/>
    <dgm:cxn modelId="{6D575512-1FA0-4C5B-B4F0-A3815E3AE205}" type="presParOf" srcId="{8506206D-4D44-45CD-B624-69C7CDCD4C4A}" destId="{82B55946-4091-4055-9365-5D1F6A9A404E}" srcOrd="26" destOrd="0" presId="urn:microsoft.com/office/officeart/2008/layout/LinedList"/>
    <dgm:cxn modelId="{A5A3980A-84FF-4ADE-B1D4-DB8DC3235DFF}" type="presParOf" srcId="{8506206D-4D44-45CD-B624-69C7CDCD4C4A}" destId="{A0EE174C-C403-4C58-9239-4A4CF2F3FEF4}" srcOrd="27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5AEE9-EEF9-4338-A739-8C8A1EFC53DB}">
      <dsp:nvSpPr>
        <dsp:cNvPr id="0" name=""/>
        <dsp:cNvSpPr/>
      </dsp:nvSpPr>
      <dsp:spPr>
        <a:xfrm>
          <a:off x="0" y="0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D37F7-CA39-42EF-96CB-AFDA311A7618}">
      <dsp:nvSpPr>
        <dsp:cNvPr id="0" name=""/>
        <dsp:cNvSpPr/>
      </dsp:nvSpPr>
      <dsp:spPr>
        <a:xfrm>
          <a:off x="0" y="0"/>
          <a:ext cx="157734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Agenda:</a:t>
          </a:r>
          <a:endParaRPr lang="en-US" sz="3000" kern="1200"/>
        </a:p>
      </dsp:txBody>
      <dsp:txXfrm>
        <a:off x="0" y="0"/>
        <a:ext cx="1577340" cy="4351338"/>
      </dsp:txXfrm>
    </dsp:sp>
    <dsp:sp modelId="{4664C215-27B2-4AF9-8672-15426343B94E}">
      <dsp:nvSpPr>
        <dsp:cNvPr id="0" name=""/>
        <dsp:cNvSpPr/>
      </dsp:nvSpPr>
      <dsp:spPr>
        <a:xfrm>
          <a:off x="1695640" y="22893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What is a MERGE Statement. </a:t>
          </a:r>
        </a:p>
      </dsp:txBody>
      <dsp:txXfrm>
        <a:off x="1695640" y="22893"/>
        <a:ext cx="6191059" cy="457867"/>
      </dsp:txXfrm>
    </dsp:sp>
    <dsp:sp modelId="{18DD8240-F8EF-4AA8-B5FD-FCBCDEAFEA7F}">
      <dsp:nvSpPr>
        <dsp:cNvPr id="0" name=""/>
        <dsp:cNvSpPr/>
      </dsp:nvSpPr>
      <dsp:spPr>
        <a:xfrm>
          <a:off x="1577340" y="480761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C5865-6A45-4B76-8108-38CE0FE06A42}">
      <dsp:nvSpPr>
        <dsp:cNvPr id="0" name=""/>
        <dsp:cNvSpPr/>
      </dsp:nvSpPr>
      <dsp:spPr>
        <a:xfrm>
          <a:off x="1695640" y="503654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MERGE Syntax and Examples. </a:t>
          </a:r>
        </a:p>
      </dsp:txBody>
      <dsp:txXfrm>
        <a:off x="1695640" y="503654"/>
        <a:ext cx="6191059" cy="457867"/>
      </dsp:txXfrm>
    </dsp:sp>
    <dsp:sp modelId="{F2408CB0-A0DA-412F-B913-31736C3C9B01}">
      <dsp:nvSpPr>
        <dsp:cNvPr id="0" name=""/>
        <dsp:cNvSpPr/>
      </dsp:nvSpPr>
      <dsp:spPr>
        <a:xfrm>
          <a:off x="1577340" y="961522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BA5EB6-41EA-452E-8C9C-E54DFEBF5931}">
      <dsp:nvSpPr>
        <dsp:cNvPr id="0" name=""/>
        <dsp:cNvSpPr/>
      </dsp:nvSpPr>
      <dsp:spPr>
        <a:xfrm>
          <a:off x="1695640" y="984415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What is a Stored Procedure. </a:t>
          </a:r>
        </a:p>
      </dsp:txBody>
      <dsp:txXfrm>
        <a:off x="1695640" y="984415"/>
        <a:ext cx="6191059" cy="457867"/>
      </dsp:txXfrm>
    </dsp:sp>
    <dsp:sp modelId="{6BDFD916-EA63-436B-8174-19EC73FD4CAD}">
      <dsp:nvSpPr>
        <dsp:cNvPr id="0" name=""/>
        <dsp:cNvSpPr/>
      </dsp:nvSpPr>
      <dsp:spPr>
        <a:xfrm>
          <a:off x="1577340" y="1442283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2585B-5FB1-4557-B92C-C2560C790008}">
      <dsp:nvSpPr>
        <dsp:cNvPr id="0" name=""/>
        <dsp:cNvSpPr/>
      </dsp:nvSpPr>
      <dsp:spPr>
        <a:xfrm>
          <a:off x="1695640" y="1465177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Creating and Executing Procedures.</a:t>
          </a:r>
        </a:p>
      </dsp:txBody>
      <dsp:txXfrm>
        <a:off x="1695640" y="1465177"/>
        <a:ext cx="6191059" cy="457867"/>
      </dsp:txXfrm>
    </dsp:sp>
    <dsp:sp modelId="{CD90F530-55CC-4CB9-BD87-4B6F7DD8A1B5}">
      <dsp:nvSpPr>
        <dsp:cNvPr id="0" name=""/>
        <dsp:cNvSpPr/>
      </dsp:nvSpPr>
      <dsp:spPr>
        <a:xfrm>
          <a:off x="1577340" y="1923044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50A8D-045E-4AFD-B00F-E31BDD3C5431}">
      <dsp:nvSpPr>
        <dsp:cNvPr id="0" name=""/>
        <dsp:cNvSpPr/>
      </dsp:nvSpPr>
      <dsp:spPr>
        <a:xfrm>
          <a:off x="1695640" y="1945938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Parameterized Procedures. </a:t>
          </a:r>
        </a:p>
      </dsp:txBody>
      <dsp:txXfrm>
        <a:off x="1695640" y="1945938"/>
        <a:ext cx="6191059" cy="457867"/>
      </dsp:txXfrm>
    </dsp:sp>
    <dsp:sp modelId="{1A610A3A-F9A1-4C36-A4F9-81BEB442F432}">
      <dsp:nvSpPr>
        <dsp:cNvPr id="0" name=""/>
        <dsp:cNvSpPr/>
      </dsp:nvSpPr>
      <dsp:spPr>
        <a:xfrm>
          <a:off x="1577340" y="2403806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03149-E9CB-4900-9793-C6C2AEE7144F}">
      <dsp:nvSpPr>
        <dsp:cNvPr id="0" name=""/>
        <dsp:cNvSpPr/>
      </dsp:nvSpPr>
      <dsp:spPr>
        <a:xfrm>
          <a:off x="1695640" y="2426699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IN, OUT, and IN OUT Parameters.</a:t>
          </a:r>
        </a:p>
      </dsp:txBody>
      <dsp:txXfrm>
        <a:off x="1695640" y="2426699"/>
        <a:ext cx="6191059" cy="457867"/>
      </dsp:txXfrm>
    </dsp:sp>
    <dsp:sp modelId="{94DA1085-12C4-444D-ADFE-9E655DB536A7}">
      <dsp:nvSpPr>
        <dsp:cNvPr id="0" name=""/>
        <dsp:cNvSpPr/>
      </dsp:nvSpPr>
      <dsp:spPr>
        <a:xfrm>
          <a:off x="1577340" y="2884567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4257D-8006-4FFF-AD4B-9E68D1735E98}">
      <dsp:nvSpPr>
        <dsp:cNvPr id="0" name=""/>
        <dsp:cNvSpPr/>
      </dsp:nvSpPr>
      <dsp:spPr>
        <a:xfrm>
          <a:off x="1695640" y="2907460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Real-World ETL Examples. </a:t>
          </a:r>
        </a:p>
      </dsp:txBody>
      <dsp:txXfrm>
        <a:off x="1695640" y="2907460"/>
        <a:ext cx="6191059" cy="457867"/>
      </dsp:txXfrm>
    </dsp:sp>
    <dsp:sp modelId="{D730E58E-6E64-4CB7-855E-EB4E5F08D764}">
      <dsp:nvSpPr>
        <dsp:cNvPr id="0" name=""/>
        <dsp:cNvSpPr/>
      </dsp:nvSpPr>
      <dsp:spPr>
        <a:xfrm>
          <a:off x="1577340" y="3365328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38D51-FEB7-4CC5-BEAF-59EE07769A42}">
      <dsp:nvSpPr>
        <dsp:cNvPr id="0" name=""/>
        <dsp:cNvSpPr/>
      </dsp:nvSpPr>
      <dsp:spPr>
        <a:xfrm>
          <a:off x="1695640" y="3388222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Best Practices. </a:t>
          </a:r>
        </a:p>
      </dsp:txBody>
      <dsp:txXfrm>
        <a:off x="1695640" y="3388222"/>
        <a:ext cx="6191059" cy="457867"/>
      </dsp:txXfrm>
    </dsp:sp>
    <dsp:sp modelId="{B8BD3A15-B12A-4221-871C-8E574D726223}">
      <dsp:nvSpPr>
        <dsp:cNvPr id="0" name=""/>
        <dsp:cNvSpPr/>
      </dsp:nvSpPr>
      <dsp:spPr>
        <a:xfrm>
          <a:off x="1577340" y="3846089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3860CC-E7D3-443B-94BC-0BFDD7FED810}">
      <dsp:nvSpPr>
        <dsp:cNvPr id="0" name=""/>
        <dsp:cNvSpPr/>
      </dsp:nvSpPr>
      <dsp:spPr>
        <a:xfrm>
          <a:off x="1695640" y="3868983"/>
          <a:ext cx="6191059" cy="457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Hands-On Assignments</a:t>
          </a:r>
        </a:p>
      </dsp:txBody>
      <dsp:txXfrm>
        <a:off x="1695640" y="3868983"/>
        <a:ext cx="6191059" cy="457867"/>
      </dsp:txXfrm>
    </dsp:sp>
    <dsp:sp modelId="{82B55946-4091-4055-9365-5D1F6A9A404E}">
      <dsp:nvSpPr>
        <dsp:cNvPr id="0" name=""/>
        <dsp:cNvSpPr/>
      </dsp:nvSpPr>
      <dsp:spPr>
        <a:xfrm>
          <a:off x="1577340" y="4326851"/>
          <a:ext cx="63093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BCAC9-5131-3EF4-7228-5A60C3AC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9D7206-177C-06DC-48A2-8DC247EA3C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25D12-32D3-B40D-2353-705EAC31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/>
              <a:t>Session-4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C261B37-1ECC-A2F3-1608-9992CB6D73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255377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479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-2"/>
            <a:ext cx="260117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73AF5B-EB68-35B9-2531-2664085C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Recap – Session 3</a:t>
            </a:r>
            <a:endParaRPr lang="en-US" sz="4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8720-ECF1-05C4-6781-FBDB7228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3300" y="841247"/>
            <a:ext cx="5872985" cy="5120640"/>
          </a:xfrm>
        </p:spPr>
        <p:txBody>
          <a:bodyPr anchor="ctr">
            <a:normAutofit/>
          </a:bodyPr>
          <a:lstStyle/>
          <a:p>
            <a:r>
              <a:rPr lang="en-US" sz="3000" b="1" dirty="0">
                <a:solidFill>
                  <a:schemeClr val="tx2"/>
                </a:solidFill>
              </a:rPr>
              <a:t>Database Joins</a:t>
            </a:r>
          </a:p>
          <a:p>
            <a:r>
              <a:rPr lang="en-US" sz="3000" b="1" dirty="0">
                <a:solidFill>
                  <a:schemeClr val="tx2"/>
                </a:solidFill>
              </a:rPr>
              <a:t>Sub Queries</a:t>
            </a:r>
          </a:p>
          <a:p>
            <a:r>
              <a:rPr lang="en-US" sz="3000" b="1" dirty="0">
                <a:solidFill>
                  <a:schemeClr val="tx2"/>
                </a:solidFill>
              </a:rPr>
              <a:t>CTE(Common Table Expression)</a:t>
            </a:r>
          </a:p>
        </p:txBody>
      </p:sp>
    </p:spTree>
    <p:extLst>
      <p:ext uri="{BB962C8B-B14F-4D97-AF65-F5344CB8AC3E}">
        <p14:creationId xmlns:p14="http://schemas.microsoft.com/office/powerpoint/2010/main" val="243460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3CADB-D842-015C-C3A7-F26342EA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2" y="228600"/>
            <a:ext cx="750454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4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/>
              <a:t>MERGE Statement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279915" y="2227943"/>
            <a:ext cx="5849652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b="1" dirty="0"/>
              <a:t>The MERGE statement is used to perform INSERT and UPDATE operations in a single statement. 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/>
              <a:t>Also called UPSERT (Update + Insert)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Synchronizes target table with source table.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Commonly used in Data Warehousing and ETL Process.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Efficient for bulk operations.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Syncing Cloud">
            <a:extLst>
              <a:ext uri="{FF2B5EF4-FFF2-40B4-BE49-F238E27FC236}">
                <a16:creationId xmlns:a16="http://schemas.microsoft.com/office/drawing/2014/main" id="{93878136-9F60-F02A-9A01-5F6098A373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MERGE Syntax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71316"/>
            <a:ext cx="5756743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dirty="0"/>
              <a:t>	MERGE INTO target t</a:t>
            </a:r>
          </a:p>
          <a:p>
            <a:pPr marL="457200" lvl="1" indent="0">
              <a:buNone/>
            </a:pPr>
            <a:r>
              <a:rPr lang="en-US" sz="1900" dirty="0"/>
              <a:t>	USING source s</a:t>
            </a:r>
          </a:p>
          <a:p>
            <a:pPr marL="457200" lvl="1" indent="0">
              <a:buNone/>
            </a:pPr>
            <a:r>
              <a:rPr lang="en-US" sz="1900" dirty="0"/>
              <a:t>	ON (t.id = s.id)</a:t>
            </a:r>
          </a:p>
          <a:p>
            <a:pPr marL="457200" lvl="1" indent="0">
              <a:buNone/>
            </a:pPr>
            <a:r>
              <a:rPr lang="en-US" sz="1900" dirty="0"/>
              <a:t>	WHEN MATCHED THEN UPDATE SET </a:t>
            </a:r>
            <a:r>
              <a:rPr lang="en-US" sz="1900" dirty="0" err="1"/>
              <a:t>t.col</a:t>
            </a:r>
            <a:r>
              <a:rPr lang="en-US" sz="1900" dirty="0"/>
              <a:t> = </a:t>
            </a:r>
            <a:r>
              <a:rPr lang="en-US" sz="1900" dirty="0" err="1"/>
              <a:t>s.col</a:t>
            </a:r>
            <a:endParaRPr lang="en-US" sz="1900" dirty="0"/>
          </a:p>
          <a:p>
            <a:pPr marL="457200" lvl="1" indent="0">
              <a:buNone/>
            </a:pPr>
            <a:r>
              <a:rPr lang="en-US" sz="1900" dirty="0"/>
              <a:t>	WHEN NOT MATCHED THEN INSERT (id, col) VALUES (s.id, </a:t>
            </a:r>
            <a:r>
              <a:rPr lang="en-US" sz="1900" dirty="0" err="1"/>
              <a:t>s.col</a:t>
            </a:r>
            <a:r>
              <a:rPr lang="en-US" sz="1900" dirty="0"/>
              <a:t>);</a:t>
            </a:r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20AF2A4B-858A-001A-140B-C9C302DED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C9B4C-900C-13FE-EDBC-46D1276A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4E3B7-1576-3134-156A-9C0DCB87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 dirty="0"/>
              <a:t>MERGE Example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BD903-DB8E-6B36-D61C-3BB08EBC9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/>
              <a:t>MERGE INTO customer_target 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USING customer_source 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ON (t.customer_id = s.customer_id)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/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WHEN MATCHED THEN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UPDATE SET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  t.name = s.name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/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WHEN NOT MATCHED THEN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INSERT (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  customer_id,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  name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VALUES (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  s.customer_id,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  s.name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);</a:t>
            </a:r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6BEF9AE9-1933-DBFA-71D0-783866C568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8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2681C-4077-D981-A27A-E0906D61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DCAD9-5065-1307-C3D2-3E245607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Real ETL Use Case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B8FAA-4349-BD44-CC47-66FCAAD2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 b="1"/>
              <a:t>Source</a:t>
            </a:r>
            <a:r>
              <a:rPr lang="en-US" sz="1900"/>
              <a:t>:</a:t>
            </a:r>
            <a:br>
              <a:rPr lang="en-US" sz="1900"/>
            </a:br>
            <a:r>
              <a:rPr lang="en-US" sz="1900"/>
              <a:t>Customer Staging Table</a:t>
            </a:r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 b="1"/>
              <a:t>Target</a:t>
            </a:r>
            <a:r>
              <a:rPr lang="en-US" sz="1900"/>
              <a:t>:</a:t>
            </a:r>
            <a:br>
              <a:rPr lang="en-US" sz="1900"/>
            </a:br>
            <a:r>
              <a:rPr lang="en-US" sz="1900"/>
              <a:t>Customer Dimension Table</a:t>
            </a:r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 b="1"/>
              <a:t>Every load:</a:t>
            </a:r>
            <a:br>
              <a:rPr lang="en-US" sz="1900"/>
            </a:br>
            <a:r>
              <a:rPr lang="en-US" sz="1900"/>
              <a:t>Existing customer → Update</a:t>
            </a:r>
            <a:br>
              <a:rPr lang="en-US" sz="1900"/>
            </a:br>
            <a:r>
              <a:rPr lang="en-US" sz="1900"/>
              <a:t>New customer → Insert</a:t>
            </a:r>
            <a:br>
              <a:rPr lang="en-US" sz="1900"/>
            </a:br>
            <a:br>
              <a:rPr lang="en-US" sz="1900"/>
            </a:br>
            <a:r>
              <a:rPr lang="en-US" sz="1900" b="1"/>
              <a:t>MERGE is the preferred solution.</a:t>
            </a:r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6F55DF15-5631-057C-CF58-143E5B4196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5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3BA0A-5EFC-A06A-4090-ADB5103A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837B7A-1625-DE87-927C-63D2DC50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4464"/>
            <a:ext cx="3232716" cy="1906317"/>
          </a:xfrm>
        </p:spPr>
        <p:txBody>
          <a:bodyPr>
            <a:normAutofit/>
          </a:bodyPr>
          <a:lstStyle/>
          <a:p>
            <a:r>
              <a:rPr lang="en-US" sz="3200" b="1" dirty="0"/>
              <a:t>Stored Procedure</a:t>
            </a:r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584AB6F7-4A39-EE8A-65F1-5C31121117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36" r="32789" b="3"/>
          <a:stretch>
            <a:fillRect/>
          </a:stretch>
        </p:blipFill>
        <p:spPr>
          <a:xfrm>
            <a:off x="20" y="2768743"/>
            <a:ext cx="3208693" cy="408925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3232716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786A981-3005-E6E5-2F47-A571C3665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086" y="678955"/>
            <a:ext cx="5143930" cy="54097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procedure</a:t>
            </a:r>
            <a:r>
              <a:rPr lang="en-US" sz="2000" dirty="0"/>
              <a:t> (or stored procedure) is a </a:t>
            </a:r>
            <a:r>
              <a:rPr lang="en-US" sz="2000" b="1" dirty="0"/>
              <a:t>named block of code</a:t>
            </a:r>
            <a:r>
              <a:rPr lang="en-US" sz="2000" dirty="0"/>
              <a:t> that performs specific task and can be executed whenever needed.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900" dirty="0"/>
              <a:t>It is stored inside the database and can contain.</a:t>
            </a:r>
          </a:p>
          <a:p>
            <a:pPr lvl="1"/>
            <a:r>
              <a:rPr lang="en-US" sz="1900" dirty="0"/>
              <a:t>SQL statements </a:t>
            </a:r>
          </a:p>
          <a:p>
            <a:pPr lvl="1"/>
            <a:r>
              <a:rPr lang="en-US" sz="1900" dirty="0"/>
              <a:t>Business logic </a:t>
            </a:r>
          </a:p>
          <a:p>
            <a:pPr lvl="1"/>
            <a:r>
              <a:rPr lang="en-US" sz="1900" dirty="0"/>
              <a:t>Conditions (IF, CASE)</a:t>
            </a:r>
          </a:p>
          <a:p>
            <a:pPr lvl="1"/>
            <a:r>
              <a:rPr lang="en-US" sz="1900" dirty="0"/>
              <a:t>Error handling</a:t>
            </a:r>
          </a:p>
          <a:p>
            <a:pPr lvl="1"/>
            <a:r>
              <a:rPr lang="en-US" sz="1900" dirty="0"/>
              <a:t>Transaction control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15319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85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7BC14-398C-9070-B226-360BC9904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616A1-7386-391F-C088-75491901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400550" cy="1807305"/>
          </a:xfrm>
        </p:spPr>
        <p:txBody>
          <a:bodyPr>
            <a:normAutofit/>
          </a:bodyPr>
          <a:lstStyle/>
          <a:p>
            <a:r>
              <a:rPr lang="en-US" sz="4000" b="1" dirty="0"/>
              <a:t>Procedure Benefits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BFA4930-8756-A864-9114-FF8F1D022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33297"/>
            <a:ext cx="384344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 marL="457200" indent="-457200">
              <a:buAutoNum type="arabicPeriod"/>
            </a:pPr>
            <a:r>
              <a:rPr lang="en-US" sz="2000" b="1" dirty="0"/>
              <a:t>Reusability</a:t>
            </a:r>
            <a:r>
              <a:rPr lang="en-US" sz="1700" b="1" dirty="0"/>
              <a:t>:</a:t>
            </a:r>
            <a:br>
              <a:rPr lang="en-US" sz="1700" dirty="0"/>
            </a:br>
            <a:r>
              <a:rPr lang="en-US" sz="1700" dirty="0">
                <a:sym typeface="Wingdings" panose="05000000000000000000" pitchFamily="2" charset="2"/>
              </a:rPr>
              <a:t> </a:t>
            </a:r>
            <a:r>
              <a:rPr lang="en-US" sz="1700" dirty="0"/>
              <a:t>Write once.</a:t>
            </a:r>
            <a:br>
              <a:rPr lang="en-US" sz="1700" dirty="0"/>
            </a:br>
            <a:r>
              <a:rPr lang="en-US" sz="1700" dirty="0">
                <a:sym typeface="Wingdings" panose="05000000000000000000" pitchFamily="2" charset="2"/>
              </a:rPr>
              <a:t> </a:t>
            </a:r>
            <a:r>
              <a:rPr lang="en-US" sz="1700" dirty="0"/>
              <a:t>Use many times.</a:t>
            </a:r>
          </a:p>
          <a:p>
            <a:pPr>
              <a:buAutoNum type="arabicPeriod"/>
            </a:pPr>
            <a:r>
              <a:rPr lang="en-US" sz="2000" b="1" dirty="0"/>
              <a:t>Performance</a:t>
            </a:r>
            <a:r>
              <a:rPr lang="en-US" sz="1700" b="1" dirty="0"/>
              <a:t>:</a:t>
            </a:r>
            <a:br>
              <a:rPr lang="en-US" sz="1700" dirty="0"/>
            </a:br>
            <a:r>
              <a:rPr lang="en-US" sz="1700" dirty="0"/>
              <a:t>	</a:t>
            </a:r>
            <a:r>
              <a:rPr lang="en-US" sz="1700" dirty="0">
                <a:sym typeface="Wingdings" panose="05000000000000000000" pitchFamily="2" charset="2"/>
              </a:rPr>
              <a:t> </a:t>
            </a:r>
            <a:r>
              <a:rPr lang="en-US" sz="1700" dirty="0"/>
              <a:t>Compiled and stored in database.</a:t>
            </a:r>
          </a:p>
          <a:p>
            <a:pPr>
              <a:buAutoNum type="arabicPeriod"/>
            </a:pPr>
            <a:r>
              <a:rPr lang="en-US" sz="2000" b="1" dirty="0"/>
              <a:t>Security</a:t>
            </a:r>
            <a:r>
              <a:rPr lang="en-US" sz="1700" b="1" dirty="0"/>
              <a:t>:</a:t>
            </a:r>
            <a:br>
              <a:rPr lang="en-US" sz="1700" dirty="0"/>
            </a:br>
            <a:r>
              <a:rPr lang="en-US" sz="1700" dirty="0"/>
              <a:t>	</a:t>
            </a:r>
            <a:r>
              <a:rPr lang="en-US" sz="1700" dirty="0">
                <a:sym typeface="Wingdings" panose="05000000000000000000" pitchFamily="2" charset="2"/>
              </a:rPr>
              <a:t></a:t>
            </a:r>
            <a:r>
              <a:rPr lang="en-US" sz="1700" dirty="0"/>
              <a:t>Users execute procedure without direct table access.</a:t>
            </a:r>
            <a:br>
              <a:rPr lang="en-US" sz="1700" dirty="0"/>
            </a:b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BC495AA3-F1AD-EDF7-AB52-3C92AFC176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60" r="37212" b="-1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89078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44B4D-AE02-7086-CBC1-6E451FB1B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BE2C0-5ED6-5B04-B686-EF5406FB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 dirty="0"/>
              <a:t>Procedure Syntax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C212A22-82C9-7DF7-E0D0-E3A7E2CA2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CREATE OR REPLACE PROCEDURE </a:t>
            </a:r>
            <a:r>
              <a:rPr lang="en-US" sz="1900" b="1" dirty="0" err="1"/>
              <a:t>proc_name</a:t>
            </a:r>
            <a:br>
              <a:rPr lang="en-US" sz="1900" b="1" dirty="0"/>
            </a:br>
            <a:r>
              <a:rPr lang="en-US" sz="1900" b="1" dirty="0"/>
              <a:t>IS</a:t>
            </a:r>
            <a:br>
              <a:rPr lang="en-US" sz="1900" b="1" dirty="0"/>
            </a:br>
            <a:r>
              <a:rPr lang="en-US" sz="1900" b="1" dirty="0"/>
              <a:t>BEGIN</a:t>
            </a:r>
            <a:br>
              <a:rPr lang="en-US" sz="1900" b="1" dirty="0"/>
            </a:br>
            <a:br>
              <a:rPr lang="en-US" sz="1900" b="1" dirty="0"/>
            </a:br>
            <a:r>
              <a:rPr lang="en-US" sz="1900" b="1" dirty="0"/>
              <a:t>SQL Statements;</a:t>
            </a:r>
            <a:br>
              <a:rPr lang="en-US" sz="1900" b="1" dirty="0"/>
            </a:br>
            <a:br>
              <a:rPr lang="en-US" sz="1900" b="1" dirty="0"/>
            </a:br>
            <a:r>
              <a:rPr lang="en-US" sz="1900" b="1" dirty="0"/>
              <a:t>END;</a:t>
            </a:r>
            <a:br>
              <a:rPr lang="en-US" sz="1900" b="1" dirty="0"/>
            </a:br>
            <a:r>
              <a:rPr lang="en-US" sz="1900" b="1" dirty="0"/>
              <a:t>/</a:t>
            </a:r>
            <a:br>
              <a:rPr lang="en-US" sz="1900" dirty="0"/>
            </a:br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AAACE4AC-17F4-6AE5-DC6C-CC04096BE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8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6052457" cy="13228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/>
              <a:t>Procedure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3" y="2194102"/>
            <a:ext cx="5663495" cy="390858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--</a:t>
            </a:r>
            <a:r>
              <a:rPr lang="en-US" sz="2000" b="1" dirty="0"/>
              <a:t>Define Procedure: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CREATE OR REPLACE PROCEDURE </a:t>
            </a:r>
            <a:r>
              <a:rPr lang="en-US" sz="1600" dirty="0" err="1"/>
              <a:t>Proc_Emp_Sal</a:t>
            </a: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BEGIN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UPDATE employees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SET salary = salary + 5000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WHERE </a:t>
            </a:r>
            <a:r>
              <a:rPr lang="en-US" sz="1600" dirty="0" err="1"/>
              <a:t>department_id</a:t>
            </a:r>
            <a:r>
              <a:rPr lang="en-US" sz="1600" dirty="0"/>
              <a:t> = 10;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Commit;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END </a:t>
            </a:r>
            <a:r>
              <a:rPr lang="en-US" sz="1600" dirty="0" err="1"/>
              <a:t>Proc_Emp_Sal</a:t>
            </a:r>
            <a:r>
              <a:rPr lang="en-US" sz="160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--</a:t>
            </a:r>
            <a:r>
              <a:rPr lang="en-US" sz="2000" b="1" dirty="0"/>
              <a:t>Calling Procedure: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Begin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Call </a:t>
            </a:r>
            <a:r>
              <a:rPr lang="en-US" sz="1600" dirty="0" err="1"/>
              <a:t>Proc_Emp_Sal</a:t>
            </a:r>
            <a:r>
              <a:rPr lang="en-US" sz="160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End;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</p:txBody>
      </p:sp>
      <p:pic>
        <p:nvPicPr>
          <p:cNvPr id="18" name="Graphic 17" descr="Phishing">
            <a:extLst>
              <a:ext uri="{FF2B5EF4-FFF2-40B4-BE49-F238E27FC236}">
                <a16:creationId xmlns:a16="http://schemas.microsoft.com/office/drawing/2014/main" id="{027BA8B2-AA2C-E525-44CF-FCFD383CA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6985" y="2353600"/>
            <a:ext cx="2180230" cy="2180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B7C3D-108B-DF9C-1584-328E1F199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44AA3-BF97-1A4D-CA68-BAA27CB3A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848" y="11"/>
            <a:ext cx="5785866" cy="1078981"/>
          </a:xfrm>
        </p:spPr>
        <p:txBody>
          <a:bodyPr>
            <a:normAutofit/>
          </a:bodyPr>
          <a:lstStyle/>
          <a:p>
            <a:r>
              <a:rPr lang="en-US" sz="4100" b="1" dirty="0"/>
              <a:t>Procedure Execution Flow</a:t>
            </a:r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F3EB709E-F7A8-B193-7968-0E4717DEF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00" r="36650" b="-1"/>
          <a:stretch>
            <a:fillRect/>
          </a:stretch>
        </p:blipFill>
        <p:spPr>
          <a:xfrm>
            <a:off x="20" y="10"/>
            <a:ext cx="4587406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2AA63C-33AA-E1F5-EE4D-086437E72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341" y="1280161"/>
            <a:ext cx="3630007" cy="377647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b="1" dirty="0"/>
              <a:t>Call Procedure</a:t>
            </a:r>
            <a:br>
              <a:rPr lang="en-US" sz="2300" b="1" dirty="0"/>
            </a:br>
            <a:r>
              <a:rPr lang="en-US" sz="2300" b="1" dirty="0"/>
              <a:t>↓</a:t>
            </a:r>
            <a:br>
              <a:rPr lang="en-US" sz="2300" b="1" dirty="0"/>
            </a:br>
            <a:r>
              <a:rPr lang="en-US" sz="2300" b="1" dirty="0"/>
              <a:t>Procedure Starts</a:t>
            </a:r>
            <a:br>
              <a:rPr lang="en-US" sz="2300" b="1" dirty="0"/>
            </a:br>
            <a:r>
              <a:rPr lang="en-US" sz="2300" b="1" dirty="0"/>
              <a:t>↓</a:t>
            </a:r>
            <a:br>
              <a:rPr lang="en-US" sz="2300" b="1" dirty="0"/>
            </a:br>
            <a:r>
              <a:rPr lang="en-US" sz="2300" b="1" dirty="0"/>
              <a:t>Execute SQL</a:t>
            </a:r>
            <a:br>
              <a:rPr lang="en-US" sz="2300" b="1" dirty="0"/>
            </a:br>
            <a:r>
              <a:rPr lang="en-US" sz="2300" b="1" dirty="0"/>
              <a:t>↓</a:t>
            </a:r>
            <a:br>
              <a:rPr lang="en-US" sz="2300" b="1" dirty="0"/>
            </a:br>
            <a:r>
              <a:rPr lang="en-US" sz="2300" b="1" dirty="0"/>
              <a:t>Commit</a:t>
            </a:r>
            <a:br>
              <a:rPr lang="en-US" sz="2300" b="1" dirty="0"/>
            </a:br>
            <a:r>
              <a:rPr lang="en-US" sz="2300" b="1" dirty="0"/>
              <a:t>↓</a:t>
            </a:r>
            <a:br>
              <a:rPr lang="en-US" sz="2300" b="1" dirty="0"/>
            </a:br>
            <a:r>
              <a:rPr lang="en-US" sz="2300" b="1" dirty="0"/>
              <a:t>End Procedure</a:t>
            </a:r>
            <a:br>
              <a:rPr lang="en-US" sz="2300" dirty="0"/>
            </a:br>
            <a:endParaRPr lang="en-US" sz="2300" dirty="0"/>
          </a:p>
          <a:p>
            <a:pPr marL="0" indent="0">
              <a:buNone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77825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676400"/>
            <a:ext cx="2857500" cy="3505200"/>
          </a:xfrm>
        </p:spPr>
        <p:txBody>
          <a:bodyPr anchor="t">
            <a:normAutofit/>
          </a:bodyPr>
          <a:lstStyle/>
          <a:p>
            <a:pPr algn="l"/>
            <a:r>
              <a:rPr lang="en-US" sz="3500" b="1" dirty="0"/>
              <a:t>What is a Parameterized Procedure?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3" y="1676400"/>
            <a:ext cx="4229097" cy="3505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tx1">
                    <a:alpha val="55000"/>
                  </a:schemeClr>
                </a:solidFill>
              </a:rPr>
              <a:t>A procedure that accepts input values from the user.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tx1">
                    <a:alpha val="55000"/>
                  </a:schemeClr>
                </a:solidFill>
              </a:rPr>
              <a:t>These parameters allow dynamic execution of SQL logic.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100" dirty="0">
              <a:solidFill>
                <a:schemeClr val="tx1">
                  <a:alpha val="5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chemeClr val="tx1">
                    <a:alpha val="55000"/>
                  </a:schemeClr>
                </a:solidFill>
              </a:rPr>
              <a:t>Benefits: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 Reusability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 Flexibility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 Cleaner code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 Easier maintenance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A2E14-D84C-46DD-30DF-40FC8F25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FC8F-E25F-80E8-BE72-BA2064A6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Type of Parameters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685A5C2-5FA2-5DDF-73AE-14F6DA9E7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2500" b="1" dirty="0"/>
              <a:t>Type			Description</a:t>
            </a:r>
            <a:br>
              <a:rPr lang="en-US" sz="1900" dirty="0"/>
            </a:br>
            <a:endParaRPr lang="en-US" sz="1900" dirty="0"/>
          </a:p>
          <a:p>
            <a:pPr marL="0" indent="0">
              <a:buNone/>
            </a:pPr>
            <a:r>
              <a:rPr lang="en-US" sz="1900" dirty="0"/>
              <a:t>IN				Input</a:t>
            </a:r>
            <a:br>
              <a:rPr lang="en-US" sz="1900" dirty="0"/>
            </a:br>
            <a:endParaRPr lang="en-US" sz="1900" dirty="0"/>
          </a:p>
          <a:p>
            <a:pPr marL="0" indent="0">
              <a:buNone/>
            </a:pPr>
            <a:r>
              <a:rPr lang="en-US" sz="1900" dirty="0"/>
              <a:t>OUT				Output</a:t>
            </a:r>
            <a:br>
              <a:rPr lang="en-US" sz="1900" dirty="0"/>
            </a:br>
            <a:endParaRPr lang="en-US" sz="1900" dirty="0"/>
          </a:p>
          <a:p>
            <a:pPr marL="0" indent="0">
              <a:buNone/>
            </a:pPr>
            <a:r>
              <a:rPr lang="en-US" sz="1900" dirty="0"/>
              <a:t>IN OUT			both</a:t>
            </a:r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247A283F-F2B0-B9F5-A32E-34111539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83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FB1C4A-702B-3778-4CA7-D95DB485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F9FB8-5161-1208-FDDB-04F5AA7EC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IN Parameter Example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9D69103-E012-EBA6-D474-C5782F6F5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/>
              <a:t>CREATE OR REPLACE PROCEDURE get_customer</a:t>
            </a:r>
            <a:br>
              <a:rPr lang="en-US" sz="1300"/>
            </a:br>
            <a:r>
              <a:rPr lang="en-US" sz="1300"/>
              <a:t>(</a:t>
            </a:r>
            <a:br>
              <a:rPr lang="en-US" sz="1300"/>
            </a:br>
            <a:r>
              <a:rPr lang="en-US" sz="1300"/>
              <a:t>p_customer_id IN NUMBER</a:t>
            </a:r>
            <a:br>
              <a:rPr lang="en-US" sz="1300"/>
            </a:br>
            <a:r>
              <a:rPr lang="en-US" sz="1300"/>
              <a:t>)</a:t>
            </a:r>
            <a:br>
              <a:rPr lang="en-US" sz="1300"/>
            </a:br>
            <a:r>
              <a:rPr lang="en-US" sz="1300"/>
              <a:t>IS</a:t>
            </a:r>
            <a:br>
              <a:rPr lang="en-US" sz="1300"/>
            </a:br>
            <a:r>
              <a:rPr lang="en-US" sz="1300"/>
              <a:t>BEGIN</a:t>
            </a:r>
            <a:br>
              <a:rPr lang="en-US" sz="1300"/>
            </a:br>
            <a:br>
              <a:rPr lang="en-US" sz="1300"/>
            </a:br>
            <a:r>
              <a:rPr lang="en-US" sz="1300"/>
              <a:t>DBMS_OUTPUT.PUT_LINE(</a:t>
            </a:r>
            <a:br>
              <a:rPr lang="en-US" sz="1300"/>
            </a:br>
            <a:r>
              <a:rPr lang="en-US" sz="1300"/>
              <a:t>'Customer ID = ' || p_customer_id</a:t>
            </a:r>
            <a:br>
              <a:rPr lang="en-US" sz="1300"/>
            </a:br>
            <a:r>
              <a:rPr lang="en-US" sz="1300"/>
              <a:t>);</a:t>
            </a:r>
            <a:br>
              <a:rPr lang="en-US" sz="1300"/>
            </a:br>
            <a:br>
              <a:rPr lang="en-US" sz="1300"/>
            </a:br>
            <a:r>
              <a:rPr lang="en-US" sz="1300"/>
              <a:t>END;</a:t>
            </a:r>
            <a:br>
              <a:rPr lang="en-US" sz="1300"/>
            </a:br>
            <a:r>
              <a:rPr lang="en-US" sz="1300"/>
              <a:t>/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/>
              <a:t>Execute Procedure:</a:t>
            </a:r>
            <a:br>
              <a:rPr lang="en-US" sz="1300"/>
            </a:br>
            <a:r>
              <a:rPr lang="en-US" sz="1300"/>
              <a:t>EXEC get_customer(1001);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300"/>
            </a:br>
            <a:r>
              <a:rPr lang="en-US" sz="1300" b="1"/>
              <a:t>Output:</a:t>
            </a:r>
            <a:br>
              <a:rPr lang="en-US" sz="1300"/>
            </a:br>
            <a:r>
              <a:rPr lang="en-US" sz="1300"/>
              <a:t>Customer ID = 1001</a:t>
            </a:r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C10A6791-A933-355F-8278-0F54FA650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9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DCBEF-D4DF-E736-FB0D-B0BDB5B5E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3E751-8D7F-A691-01E9-ECD4583E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 dirty="0"/>
              <a:t>Out Parameter Example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DD2988-A650-5ADB-876E-71A26D661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/>
              <a:t>CREATE OR REPLACE PROCEDURE get_count</a:t>
            </a:r>
            <a:br>
              <a:rPr lang="en-US" sz="1300"/>
            </a:br>
            <a:r>
              <a:rPr lang="en-US" sz="1300"/>
              <a:t>(</a:t>
            </a:r>
            <a:br>
              <a:rPr lang="en-US" sz="1300"/>
            </a:br>
            <a:r>
              <a:rPr lang="en-US" sz="1300"/>
              <a:t>p_count OUT NUMBER</a:t>
            </a:r>
            <a:br>
              <a:rPr lang="en-US" sz="1300"/>
            </a:br>
            <a:r>
              <a:rPr lang="en-US" sz="1300"/>
              <a:t>)</a:t>
            </a:r>
            <a:br>
              <a:rPr lang="en-US" sz="1300"/>
            </a:br>
            <a:r>
              <a:rPr lang="en-US" sz="1300"/>
              <a:t>IS</a:t>
            </a:r>
            <a:br>
              <a:rPr lang="en-US" sz="1300"/>
            </a:br>
            <a:r>
              <a:rPr lang="en-US" sz="1300"/>
              <a:t>BEGIN</a:t>
            </a:r>
            <a:br>
              <a:rPr lang="en-US" sz="1300"/>
            </a:br>
            <a:br>
              <a:rPr lang="en-US" sz="1300"/>
            </a:br>
            <a:r>
              <a:rPr lang="en-US" sz="1300"/>
              <a:t>SELECT COUNT(*)</a:t>
            </a:r>
            <a:br>
              <a:rPr lang="en-US" sz="1300"/>
            </a:br>
            <a:r>
              <a:rPr lang="en-US" sz="1300"/>
              <a:t>INTO p_count</a:t>
            </a:r>
            <a:br>
              <a:rPr lang="en-US" sz="1300"/>
            </a:br>
            <a:r>
              <a:rPr lang="en-US" sz="1300"/>
              <a:t>FROM customer;</a:t>
            </a:r>
            <a:br>
              <a:rPr lang="en-US" sz="1300"/>
            </a:br>
            <a:br>
              <a:rPr lang="en-US" sz="1300"/>
            </a:br>
            <a:r>
              <a:rPr lang="en-US" sz="1300"/>
              <a:t>END;</a:t>
            </a:r>
            <a:br>
              <a:rPr lang="en-US" sz="1300"/>
            </a:br>
            <a:r>
              <a:rPr lang="en-US" sz="1300"/>
              <a:t>/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Execute Procedure:</a:t>
            </a:r>
            <a:br>
              <a:rPr lang="en-US" sz="1300" dirty="0"/>
            </a:br>
            <a:r>
              <a:rPr lang="en-US" sz="1300" dirty="0"/>
              <a:t>EXEC </a:t>
            </a:r>
            <a:r>
              <a:rPr lang="en-US" sz="1300"/>
              <a:t>get_count</a:t>
            </a:r>
            <a:r>
              <a:rPr lang="en-US" sz="130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300" dirty="0"/>
            </a:br>
            <a:r>
              <a:rPr lang="en-US" sz="1300" b="1" dirty="0"/>
              <a:t>Output:</a:t>
            </a:r>
            <a:br>
              <a:rPr lang="en-US" sz="1300" dirty="0"/>
            </a:br>
            <a:endParaRPr lang="en-US" sz="1300" dirty="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CC368E4B-7E30-F276-3BD0-80006F910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75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76E56-91E3-7819-D5E2-ADBAB389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6EF0F-E12D-8283-D424-47A9458A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 dirty="0"/>
              <a:t>ETL Real Example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866FB5E-5D0B-78D3-5934-91A0892CF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/>
              <a:t>CREATE OR REPLACE PROCEDURE load_sales</a:t>
            </a:r>
            <a:br>
              <a:rPr lang="en-US" sz="1500"/>
            </a:br>
            <a:r>
              <a:rPr lang="en-US" sz="1500"/>
              <a:t>(p_date IN DATE) IS</a:t>
            </a:r>
            <a:br>
              <a:rPr lang="en-US" sz="1500"/>
            </a:br>
            <a:r>
              <a:rPr lang="en-US" sz="1500"/>
              <a:t>BEGIN</a:t>
            </a:r>
            <a:br>
              <a:rPr lang="en-US" sz="1500"/>
            </a:br>
            <a:br>
              <a:rPr lang="en-US" sz="1500"/>
            </a:br>
            <a:r>
              <a:rPr lang="en-US" sz="1500"/>
              <a:t>INSERT INTO Sales_Transaction_fact</a:t>
            </a:r>
            <a:br>
              <a:rPr lang="en-US" sz="1500"/>
            </a:br>
            <a:r>
              <a:rPr lang="en-US" sz="1500"/>
              <a:t>SELECT *</a:t>
            </a:r>
            <a:br>
              <a:rPr lang="en-US" sz="1500"/>
            </a:br>
            <a:r>
              <a:rPr lang="en-US" sz="1500"/>
              <a:t>FROM Sales_Transaction_stg</a:t>
            </a:r>
            <a:br>
              <a:rPr lang="en-US" sz="1500"/>
            </a:br>
            <a:r>
              <a:rPr lang="en-US" sz="1500"/>
              <a:t>WHERE transaction_date = p_date;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COMMIT;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END;</a:t>
            </a:r>
            <a:br>
              <a:rPr lang="en-US" sz="1500"/>
            </a:br>
            <a:r>
              <a:rPr lang="en-US" sz="1500"/>
              <a:t>/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500" b="1"/>
              <a:t>Execute Procedure:</a:t>
            </a:r>
            <a:br>
              <a:rPr lang="en-US" sz="1500"/>
            </a:br>
            <a:r>
              <a:rPr lang="en-US" sz="1500"/>
              <a:t>EXEC load_sales('2025-01-01');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500"/>
            </a:br>
            <a:r>
              <a:rPr lang="en-US" sz="1500" b="1"/>
              <a:t>Output:</a:t>
            </a:r>
            <a:endParaRPr lang="en-US" sz="150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F9E93B11-42ED-96C3-2254-4901F067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7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8AD67-24F4-9E9D-1CFF-FA799C63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7B95B-4FE9-CF4D-0366-621EC5BA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Best Practices</a:t>
            </a:r>
            <a:endParaRPr lang="en-US" sz="4700" b="1" dirty="0"/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DC1DB0-CC83-32C4-FB47-EF6E22EA8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b="1" dirty="0"/>
              <a:t>MERGE</a:t>
            </a:r>
          </a:p>
          <a:p>
            <a:pPr marL="0" indent="0">
              <a:buNone/>
            </a:pPr>
            <a:r>
              <a:rPr lang="en-US" sz="1900" dirty="0">
                <a:sym typeface="Wingdings" panose="05000000000000000000" pitchFamily="2" charset="2"/>
              </a:rPr>
              <a:t>	</a:t>
            </a:r>
            <a:r>
              <a:rPr lang="en-US" sz="1900" dirty="0"/>
              <a:t>Use business key in ON condition. 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r>
              <a:rPr lang="en-US" sz="1900" dirty="0">
                <a:sym typeface="Wingdings" panose="05000000000000000000" pitchFamily="2" charset="2"/>
              </a:rPr>
              <a:t></a:t>
            </a:r>
            <a:r>
              <a:rPr lang="en-US" sz="1900" dirty="0"/>
              <a:t>Avoid duplicate records in source. </a:t>
            </a:r>
          </a:p>
          <a:p>
            <a:pPr marL="0" indent="0">
              <a:buNone/>
            </a:pPr>
            <a:r>
              <a:rPr lang="en-US" sz="1900" b="1" dirty="0"/>
              <a:t>Procedures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r>
              <a:rPr lang="en-US" sz="1900" dirty="0">
                <a:sym typeface="Wingdings" panose="05000000000000000000" pitchFamily="2" charset="2"/>
              </a:rPr>
              <a:t></a:t>
            </a:r>
            <a:r>
              <a:rPr lang="en-US" sz="1900" dirty="0"/>
              <a:t>Use exception handling. 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r>
              <a:rPr lang="en-US" sz="1900" dirty="0">
                <a:sym typeface="Wingdings" panose="05000000000000000000" pitchFamily="2" charset="2"/>
              </a:rPr>
              <a:t></a:t>
            </a:r>
            <a:r>
              <a:rPr lang="en-US" sz="1900" dirty="0"/>
              <a:t>Use meaningful names. 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r>
              <a:rPr lang="en-US" sz="1900" dirty="0">
                <a:sym typeface="Wingdings" panose="05000000000000000000" pitchFamily="2" charset="2"/>
              </a:rPr>
              <a:t></a:t>
            </a:r>
            <a:r>
              <a:rPr lang="en-US" sz="1900" dirty="0"/>
              <a:t>Add comments. </a:t>
            </a:r>
          </a:p>
          <a:p>
            <a:pPr marL="0" indent="0">
              <a:buNone/>
            </a:pPr>
            <a:r>
              <a:rPr lang="en-US" sz="1900" b="1" dirty="0"/>
              <a:t>Parameterized Procedures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r>
              <a:rPr lang="en-US" sz="1900" dirty="0">
                <a:sym typeface="Wingdings" panose="05000000000000000000" pitchFamily="2" charset="2"/>
              </a:rPr>
              <a:t></a:t>
            </a:r>
            <a:r>
              <a:rPr lang="en-US" sz="1900" dirty="0"/>
              <a:t>Validate inputs. 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r>
              <a:rPr lang="en-US" sz="1900" dirty="0">
                <a:sym typeface="Wingdings" panose="05000000000000000000" pitchFamily="2" charset="2"/>
              </a:rPr>
              <a:t></a:t>
            </a:r>
            <a:r>
              <a:rPr lang="en-US" sz="1900" dirty="0"/>
              <a:t>Use default values where possible.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9E11895F-2C12-833A-69F7-36DAE863D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77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5EE57-D557-A97F-E444-40A2FC3C6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BB2F06-1698-EB9F-AC15-DCA21CA7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 dirty="0"/>
              <a:t>Key </a:t>
            </a:r>
            <a:r>
              <a:rPr lang="en-US" sz="4700" b="1"/>
              <a:t>takeway</a:t>
            </a:r>
            <a:endParaRPr lang="en-US" sz="4700" b="1" dirty="0"/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58FE49E-9E56-0549-DE71-E1B46788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1966357"/>
            <a:ext cx="5035164" cy="4224131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MERGE Statement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Combines </a:t>
            </a:r>
            <a:r>
              <a:rPr lang="en-US" sz="1500" b="1" dirty="0"/>
              <a:t>INSERT</a:t>
            </a:r>
            <a:r>
              <a:rPr lang="en-US" sz="1500" dirty="0"/>
              <a:t> and </a:t>
            </a:r>
            <a:r>
              <a:rPr lang="en-US" sz="1500" b="1" dirty="0"/>
              <a:t>UPDATE</a:t>
            </a:r>
            <a:r>
              <a:rPr lang="en-US" sz="1500" dirty="0"/>
              <a:t> operations in a single statement. 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Ideal for ETL and Data Warehouse loading. 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Reduces coding complexity and improves maintainability.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Stored Procedures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Encapsulate business logic inside the database. 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Improve security by allowing users to execute procedures without direct table access.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Parameterized Procedures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	Make procedures </a:t>
            </a:r>
            <a:r>
              <a:rPr lang="en-US" sz="1500" b="1" dirty="0"/>
              <a:t>dynamic and reusable</a:t>
            </a:r>
            <a:r>
              <a:rPr lang="en-US" sz="1500" dirty="0"/>
              <a:t>.</a:t>
            </a:r>
            <a:br>
              <a:rPr lang="en-US" sz="1500" dirty="0"/>
            </a:br>
            <a:r>
              <a:rPr lang="en-US" sz="1500" b="1" dirty="0"/>
              <a:t>Useful for loading:</a:t>
            </a:r>
          </a:p>
          <a:p>
            <a:pPr lvl="1">
              <a:lnSpc>
                <a:spcPct val="90000"/>
              </a:lnSpc>
            </a:pPr>
            <a:r>
              <a:rPr lang="en-US" sz="1500" b="1" dirty="0"/>
              <a:t>Specific dates </a:t>
            </a:r>
          </a:p>
          <a:p>
            <a:pPr lvl="1">
              <a:lnSpc>
                <a:spcPct val="90000"/>
              </a:lnSpc>
            </a:pPr>
            <a:r>
              <a:rPr lang="en-US" sz="1500" b="1" dirty="0"/>
              <a:t>Specific countries </a:t>
            </a:r>
          </a:p>
          <a:p>
            <a:pPr lvl="1">
              <a:lnSpc>
                <a:spcPct val="90000"/>
              </a:lnSpc>
            </a:pPr>
            <a:r>
              <a:rPr lang="en-US" sz="1500" b="1" dirty="0"/>
              <a:t>Specific customers </a:t>
            </a:r>
          </a:p>
          <a:p>
            <a:pPr lvl="1">
              <a:lnSpc>
                <a:spcPct val="90000"/>
              </a:lnSpc>
            </a:pPr>
            <a:r>
              <a:rPr lang="en-US" sz="1500" b="1" dirty="0"/>
              <a:t>Incremental data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A58EE614-AA6A-92F9-D812-9BA350EFC5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76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FC0C0-7BAA-0EAA-94E6-E88FB8AC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AE15C-EF2B-CE09-567D-8786A9D4C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400" b="1" dirty="0"/>
              <a:t>What happens if multiple rows in the source match the same target row?</a:t>
            </a:r>
            <a:br>
              <a:rPr lang="en-US" sz="1400" dirty="0"/>
            </a:br>
            <a:r>
              <a:rPr lang="en-US" sz="1400" dirty="0"/>
              <a:t>A. Database updates the first row.</a:t>
            </a:r>
            <a:br>
              <a:rPr lang="en-US" sz="1400" dirty="0"/>
            </a:br>
            <a:r>
              <a:rPr lang="en-US" sz="1400" dirty="0"/>
              <a:t>B. Database ignores duplicates.</a:t>
            </a:r>
            <a:br>
              <a:rPr lang="en-US" sz="1400" dirty="0"/>
            </a:br>
            <a:r>
              <a:rPr lang="en-US" sz="1400" dirty="0"/>
              <a:t>C. MERGE fails with an error because one target row cannot be updated multiple times.</a:t>
            </a:r>
            <a:br>
              <a:rPr lang="en-US" sz="1400" dirty="0"/>
            </a:br>
            <a:r>
              <a:rPr lang="en-US" sz="1400" dirty="0"/>
              <a:t>D. Last row wins.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400" b="1" dirty="0"/>
              <a:t>Which situation makes MERGE slower?</a:t>
            </a:r>
            <a:br>
              <a:rPr lang="en-US" sz="1400" dirty="0"/>
            </a:br>
            <a:r>
              <a:rPr lang="en-US" sz="1400" dirty="0"/>
              <a:t>A. Indexed join columns.</a:t>
            </a:r>
            <a:br>
              <a:rPr lang="en-US" sz="1400" dirty="0"/>
            </a:br>
            <a:r>
              <a:rPr lang="en-US" sz="1400" dirty="0"/>
              <a:t>B. Small source tables.</a:t>
            </a:r>
            <a:br>
              <a:rPr lang="en-US" sz="1400" dirty="0"/>
            </a:br>
            <a:r>
              <a:rPr lang="en-US" sz="1400" dirty="0"/>
              <a:t>C. Missing indexes on matching columns.</a:t>
            </a:r>
            <a:br>
              <a:rPr lang="en-US" sz="1400" dirty="0"/>
            </a:br>
            <a:r>
              <a:rPr lang="en-US" sz="1400" dirty="0"/>
              <a:t>D. Using aliases.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400" b="1" dirty="0"/>
              <a:t>Which is NOT an advantage of stored procedures?</a:t>
            </a:r>
            <a:br>
              <a:rPr lang="en-US" sz="1400" dirty="0"/>
            </a:br>
            <a:r>
              <a:rPr lang="en-US" sz="1400" dirty="0"/>
              <a:t>A. Code reuse</a:t>
            </a:r>
            <a:br>
              <a:rPr lang="en-US" sz="1400" dirty="0"/>
            </a:br>
            <a:r>
              <a:rPr lang="en-US" sz="1400" dirty="0"/>
              <a:t>B. Security</a:t>
            </a:r>
            <a:br>
              <a:rPr lang="en-US" sz="1400" dirty="0"/>
            </a:br>
            <a:r>
              <a:rPr lang="en-US" sz="1400" dirty="0"/>
              <a:t>C. Centralized business logic</a:t>
            </a:r>
            <a:br>
              <a:rPr lang="en-US" sz="1400" dirty="0"/>
            </a:br>
            <a:r>
              <a:rPr lang="en-US" sz="1400" dirty="0"/>
              <a:t>D. Automatic indexing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400" b="1" dirty="0"/>
              <a:t>An ETL job loads 5 million records daily. Some records already exist, some are new, and some should be updated. Which approach is best?</a:t>
            </a:r>
            <a:br>
              <a:rPr lang="en-US" sz="1400" dirty="0"/>
            </a:br>
            <a:r>
              <a:rPr lang="en-US" sz="1400" dirty="0"/>
              <a:t>A. Delete all and reload.</a:t>
            </a:r>
            <a:br>
              <a:rPr lang="en-US" sz="1400" dirty="0"/>
            </a:br>
            <a:r>
              <a:rPr lang="en-US" sz="1400" dirty="0"/>
              <a:t>B. INSERT only</a:t>
            </a:r>
            <a:br>
              <a:rPr lang="en-US" sz="1400" dirty="0"/>
            </a:br>
            <a:r>
              <a:rPr lang="en-US" sz="1400" dirty="0"/>
              <a:t>C. MERGE</a:t>
            </a:r>
            <a:br>
              <a:rPr lang="en-US" sz="1400" dirty="0"/>
            </a:br>
            <a:r>
              <a:rPr lang="en-US" sz="1400" dirty="0"/>
              <a:t>D. UPDATE only</a:t>
            </a: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3086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2D740-EB45-1B38-5332-1B0C6994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DC50-CBE9-46BB-A45C-B6BE90E1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 dirty="0"/>
              <a:t>Assignments 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01D600-DD38-A757-541D-426874374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327374" cy="4119172"/>
          </a:xfrm>
        </p:spPr>
        <p:txBody>
          <a:bodyPr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Create the following stored procedures to load data from the Staging (STG) tables into the corresponding Dimension and Fact tables:</a:t>
            </a:r>
          </a:p>
          <a:p>
            <a:r>
              <a:rPr lang="en-US" dirty="0"/>
              <a:t>Create a procedure to load data into COUNTRY_DIM. </a:t>
            </a:r>
          </a:p>
          <a:p>
            <a:r>
              <a:rPr lang="en-US" dirty="0"/>
              <a:t>Create a procedure to load data into CUSTOMER_DIM. </a:t>
            </a:r>
          </a:p>
          <a:p>
            <a:r>
              <a:rPr lang="en-US" dirty="0"/>
              <a:t>Create a procedure to load data into PRODUCT_DIM. </a:t>
            </a:r>
          </a:p>
          <a:p>
            <a:r>
              <a:rPr lang="en-US" dirty="0"/>
              <a:t>Create a procedure to load data into SALES_TRANSACTION_FACT. 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Requirements</a:t>
            </a:r>
          </a:p>
          <a:p>
            <a:r>
              <a:rPr lang="en-US" dirty="0"/>
              <a:t>Each procedure should: </a:t>
            </a:r>
          </a:p>
          <a:p>
            <a:pPr lvl="1"/>
            <a:r>
              <a:rPr lang="en-US" b="1" dirty="0"/>
              <a:t>Truncate</a:t>
            </a:r>
            <a:r>
              <a:rPr lang="en-US" dirty="0"/>
              <a:t> the target table before loading the data. </a:t>
            </a:r>
          </a:p>
          <a:p>
            <a:pPr lvl="1"/>
            <a:r>
              <a:rPr lang="en-US" b="1" dirty="0"/>
              <a:t>Insert</a:t>
            </a:r>
            <a:r>
              <a:rPr lang="en-US" dirty="0"/>
              <a:t> data from the respective STG table into the target table. </a:t>
            </a:r>
          </a:p>
          <a:p>
            <a:pPr lvl="1"/>
            <a:r>
              <a:rPr lang="en-US" b="1" dirty="0"/>
              <a:t>Commit</a:t>
            </a:r>
            <a:r>
              <a:rPr lang="en-US" dirty="0"/>
              <a:t> the transaction after the load is completed.</a:t>
            </a:r>
          </a:p>
          <a:p>
            <a:pPr>
              <a:lnSpc>
                <a:spcPct val="90000"/>
              </a:lnSpc>
              <a:buAutoNum type="arabicPeriod"/>
            </a:pPr>
            <a:endParaRPr lang="en-US" sz="1300" dirty="0"/>
          </a:p>
          <a:p>
            <a:pPr>
              <a:lnSpc>
                <a:spcPct val="90000"/>
              </a:lnSpc>
              <a:buAutoNum type="arabicPeriod"/>
            </a:pPr>
            <a:endParaRPr lang="en-US" sz="1300" dirty="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CBFE138C-A10E-12AD-317C-8AF70C130E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52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25B39-C54B-5FAB-F549-4EEBF7F3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B43B-3C89-D15B-7241-12DAD6CF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 dirty="0"/>
              <a:t>Assignments 2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B3BB79B-4454-7A73-18A8-5EDA18E08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327374" cy="4119172"/>
          </a:xfrm>
        </p:spPr>
        <p:txBody>
          <a:bodyPr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Data Loading Using MERGE Statement: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Create MERGE-based procedures to load data from the Staging (STG) tables into the corresponding Dimension and Fact tables.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Tasks:</a:t>
            </a:r>
          </a:p>
          <a:p>
            <a:r>
              <a:rPr lang="en-US" dirty="0"/>
              <a:t>Create a procedure to load data into COUNTRY_DIM.</a:t>
            </a:r>
          </a:p>
          <a:p>
            <a:r>
              <a:rPr lang="en-US" dirty="0"/>
              <a:t>Create a procedure to load data into CUSTOMER_DIM.</a:t>
            </a:r>
          </a:p>
          <a:p>
            <a:r>
              <a:rPr lang="en-US" dirty="0"/>
              <a:t>Create a procedure to load data into PRODUCT_DIM.</a:t>
            </a:r>
          </a:p>
          <a:p>
            <a:r>
              <a:rPr lang="en-US" dirty="0"/>
              <a:t>Create a procedure to load data into SALES_TRANSACTION_FACT.</a:t>
            </a:r>
            <a:br>
              <a:rPr lang="en-US" b="1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Requirements</a:t>
            </a:r>
          </a:p>
          <a:p>
            <a:r>
              <a:rPr lang="en-US" dirty="0"/>
              <a:t>Each procedure should: </a:t>
            </a:r>
          </a:p>
          <a:p>
            <a:pPr lvl="1"/>
            <a:r>
              <a:rPr lang="en-US" sz="2700" dirty="0"/>
              <a:t>Use an appropriate Business Key in the ON condition. </a:t>
            </a:r>
          </a:p>
          <a:p>
            <a:pPr lvl="1"/>
            <a:r>
              <a:rPr lang="en-US" sz="2700" dirty="0"/>
              <a:t>Update existing records when a match is found. </a:t>
            </a:r>
          </a:p>
          <a:p>
            <a:pPr lvl="1"/>
            <a:r>
              <a:rPr lang="en-US" sz="2700" dirty="0"/>
              <a:t>Insert new records when no match is found. </a:t>
            </a:r>
          </a:p>
          <a:p>
            <a:pPr lvl="1"/>
            <a:r>
              <a:rPr lang="en-US" sz="2700" dirty="0"/>
              <a:t>Commit the transaction after the MERGE operation is completed.</a:t>
            </a:r>
          </a:p>
          <a:p>
            <a:pPr>
              <a:lnSpc>
                <a:spcPct val="90000"/>
              </a:lnSpc>
              <a:buAutoNum type="arabicPeriod"/>
            </a:pPr>
            <a:endParaRPr lang="en-US" sz="1300" dirty="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1F0AB2EA-3A24-2BC9-130B-89949A6DE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3" r="3489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44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06537-9B52-1BF7-45F3-B68720EC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D4E67-35EB-B3FF-F737-5927EAB8D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568" y="1238081"/>
            <a:ext cx="3532009" cy="962953"/>
          </a:xfrm>
        </p:spPr>
        <p:txBody>
          <a:bodyPr anchor="b">
            <a:noAutofit/>
          </a:bodyPr>
          <a:lstStyle/>
          <a:p>
            <a:r>
              <a:rPr lang="en-US" sz="6000" b="1" dirty="0"/>
              <a:t>Thanks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4913" y="2372170"/>
            <a:ext cx="329184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80D67AD-A2BC-EEE6-90AF-2C34939DA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52" y="2508105"/>
            <a:ext cx="3532008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5000" b="1" dirty="0"/>
              <a:t>Questions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13" name="Picture 12" descr="Colorful pins connected with a thread">
            <a:extLst>
              <a:ext uri="{FF2B5EF4-FFF2-40B4-BE49-F238E27FC236}">
                <a16:creationId xmlns:a16="http://schemas.microsoft.com/office/drawing/2014/main" id="{4C1561BC-10EF-35EC-55BE-3262741578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87" r="33038"/>
          <a:stretch>
            <a:fillRect/>
          </a:stretch>
        </p:blipFill>
        <p:spPr>
          <a:xfrm>
            <a:off x="4903774" y="1383738"/>
            <a:ext cx="3696824" cy="475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30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3130</TotalTime>
  <Words>1271</Words>
  <Application>Microsoft Office PowerPoint</Application>
  <PresentationFormat>On-screen Show (4:3)</PresentationFormat>
  <Paragraphs>179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Session-4</vt:lpstr>
      <vt:lpstr>Recap – Session 3</vt:lpstr>
      <vt:lpstr>PowerPoint Presentation</vt:lpstr>
      <vt:lpstr>MERGE Statement</vt:lpstr>
      <vt:lpstr>MERGE Syntax</vt:lpstr>
      <vt:lpstr>MERGE Example</vt:lpstr>
      <vt:lpstr>Real ETL Use Case</vt:lpstr>
      <vt:lpstr>Stored Procedure</vt:lpstr>
      <vt:lpstr>Procedure Benefits</vt:lpstr>
      <vt:lpstr>Procedure Syntax</vt:lpstr>
      <vt:lpstr>Procedure Example:</vt:lpstr>
      <vt:lpstr>Procedure Execution Flow</vt:lpstr>
      <vt:lpstr>What is a Parameterized Procedure?</vt:lpstr>
      <vt:lpstr>Type of Parameters</vt:lpstr>
      <vt:lpstr>IN Parameter Example</vt:lpstr>
      <vt:lpstr>Out Parameter Example</vt:lpstr>
      <vt:lpstr>ETL Real Example</vt:lpstr>
      <vt:lpstr>Best Practices</vt:lpstr>
      <vt:lpstr>Key takeway</vt:lpstr>
      <vt:lpstr>QUIZ</vt:lpstr>
      <vt:lpstr>Assignments 1</vt:lpstr>
      <vt:lpstr>Assignments 2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Ahad</cp:lastModifiedBy>
  <cp:revision>62</cp:revision>
  <dcterms:created xsi:type="dcterms:W3CDTF">2013-01-27T09:14:16Z</dcterms:created>
  <dcterms:modified xsi:type="dcterms:W3CDTF">2026-08-09T12:28:28Z</dcterms:modified>
  <cp:category/>
</cp:coreProperties>
</file>