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71" r:id="rId4"/>
    <p:sldId id="274" r:id="rId5"/>
    <p:sldId id="259" r:id="rId6"/>
    <p:sldId id="280" r:id="rId7"/>
    <p:sldId id="281" r:id="rId8"/>
    <p:sldId id="258" r:id="rId9"/>
    <p:sldId id="278" r:id="rId10"/>
    <p:sldId id="279" r:id="rId11"/>
    <p:sldId id="260" r:id="rId12"/>
    <p:sldId id="261" r:id="rId13"/>
    <p:sldId id="276" r:id="rId14"/>
    <p:sldId id="277" r:id="rId15"/>
    <p:sldId id="263" r:id="rId16"/>
    <p:sldId id="264" r:id="rId17"/>
    <p:sldId id="268" r:id="rId18"/>
    <p:sldId id="272" r:id="rId19"/>
    <p:sldId id="282" r:id="rId20"/>
    <p:sldId id="273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17.svg"/><Relationship Id="rId4" Type="http://schemas.openxmlformats.org/officeDocument/2006/relationships/image" Target="../media/image19.svg"/></Relationships>
</file>

<file path=ppt/diagrams/_rels/data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image" Target="../media/image20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17.svg"/><Relationship Id="rId4" Type="http://schemas.openxmlformats.org/officeDocument/2006/relationships/image" Target="../media/image19.svg"/></Relationships>
</file>

<file path=ppt/diagrams/_rels/drawing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svg"/><Relationship Id="rId1" Type="http://schemas.openxmlformats.org/officeDocument/2006/relationships/image" Target="../media/image2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EA6953-5BCF-4632-B58E-9E8B565098E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AA145731-74D8-4AD8-8A54-69B1A80C20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Core Database concepts used in real Projects</a:t>
          </a:r>
        </a:p>
      </dgm:t>
    </dgm:pt>
    <dgm:pt modelId="{61CCE57A-2177-452B-8B70-A859168D988F}" type="parTrans" cxnId="{8574B150-AFA9-41B3-AED2-F92B49A2E215}">
      <dgm:prSet/>
      <dgm:spPr/>
      <dgm:t>
        <a:bodyPr/>
        <a:lstStyle/>
        <a:p>
          <a:endParaRPr lang="en-US"/>
        </a:p>
      </dgm:t>
    </dgm:pt>
    <dgm:pt modelId="{CF979548-003E-4A28-9FFD-8E890EDAA5DF}" type="sibTrans" cxnId="{8574B150-AFA9-41B3-AED2-F92B49A2E21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F35DCD3-C77F-4592-8196-FB318758394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Dataflow Architecture Source –stage and target Layers</a:t>
          </a:r>
        </a:p>
      </dgm:t>
    </dgm:pt>
    <dgm:pt modelId="{60F7D531-E7D2-4C3D-B9F2-4FA0483477F7}" type="parTrans" cxnId="{918BB9D3-9433-4257-9B34-7B2FAEB7C202}">
      <dgm:prSet/>
      <dgm:spPr/>
      <dgm:t>
        <a:bodyPr/>
        <a:lstStyle/>
        <a:p>
          <a:endParaRPr lang="en-US"/>
        </a:p>
      </dgm:t>
    </dgm:pt>
    <dgm:pt modelId="{D1CCC86D-CD9C-4D3C-B8E0-94B97BA03842}" type="sibTrans" cxnId="{918BB9D3-9433-4257-9B34-7B2FAEB7C202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30F205B-CE28-48B1-BAC8-10DFD73281C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Assignment</a:t>
          </a:r>
        </a:p>
      </dgm:t>
    </dgm:pt>
    <dgm:pt modelId="{BFB34AFA-2A18-4EAB-B86E-0F1C912B10DC}" type="parTrans" cxnId="{D972D1ED-6B8A-400B-A311-1B228A2C8140}">
      <dgm:prSet/>
      <dgm:spPr/>
      <dgm:t>
        <a:bodyPr/>
        <a:lstStyle/>
        <a:p>
          <a:endParaRPr lang="en-US"/>
        </a:p>
      </dgm:t>
    </dgm:pt>
    <dgm:pt modelId="{F42A06CE-2C02-484F-BD21-77E53EAFC5A7}" type="sibTrans" cxnId="{D972D1ED-6B8A-400B-A311-1B228A2C8140}">
      <dgm:prSet/>
      <dgm:spPr/>
      <dgm:t>
        <a:bodyPr/>
        <a:lstStyle/>
        <a:p>
          <a:endParaRPr lang="en-US"/>
        </a:p>
      </dgm:t>
    </dgm:pt>
    <dgm:pt modelId="{C9977BCB-FBE2-4FC2-A7BA-CA6CF738C90F}" type="pres">
      <dgm:prSet presAssocID="{09EA6953-5BCF-4632-B58E-9E8B565098EC}" presName="root" presStyleCnt="0">
        <dgm:presLayoutVars>
          <dgm:dir/>
          <dgm:resizeHandles val="exact"/>
        </dgm:presLayoutVars>
      </dgm:prSet>
      <dgm:spPr/>
    </dgm:pt>
    <dgm:pt modelId="{BFEE6BC6-030B-4883-9BE9-BAED30EE679D}" type="pres">
      <dgm:prSet presAssocID="{3F35DCD3-C77F-4592-8196-FB3187583949}" presName="compNode" presStyleCnt="0"/>
      <dgm:spPr/>
    </dgm:pt>
    <dgm:pt modelId="{17C7B285-7DCE-4E46-84E4-32FD2DF70222}" type="pres">
      <dgm:prSet presAssocID="{3F35DCD3-C77F-4592-8196-FB318758394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3A24A7B1-CDB7-4F4C-AA09-5D16530BDD38}" type="pres">
      <dgm:prSet presAssocID="{3F35DCD3-C77F-4592-8196-FB3187583949}" presName="spaceRect" presStyleCnt="0"/>
      <dgm:spPr/>
    </dgm:pt>
    <dgm:pt modelId="{1681DF0E-8EF7-4C16-A43C-50357644C01C}" type="pres">
      <dgm:prSet presAssocID="{3F35DCD3-C77F-4592-8196-FB3187583949}" presName="textRect" presStyleLbl="revTx" presStyleIdx="0" presStyleCnt="3">
        <dgm:presLayoutVars>
          <dgm:chMax val="1"/>
          <dgm:chPref val="1"/>
        </dgm:presLayoutVars>
      </dgm:prSet>
      <dgm:spPr/>
    </dgm:pt>
    <dgm:pt modelId="{FF1C7C4E-0CE2-401C-9AE6-D81040006484}" type="pres">
      <dgm:prSet presAssocID="{D1CCC86D-CD9C-4D3C-B8E0-94B97BA03842}" presName="sibTrans" presStyleCnt="0"/>
      <dgm:spPr/>
    </dgm:pt>
    <dgm:pt modelId="{8965EFE3-AA4F-48C8-B1F7-8864026EFB48}" type="pres">
      <dgm:prSet presAssocID="{AA145731-74D8-4AD8-8A54-69B1A80C20B0}" presName="compNode" presStyleCnt="0"/>
      <dgm:spPr/>
    </dgm:pt>
    <dgm:pt modelId="{B36CB09B-E270-4002-8176-C19BE9C421A5}" type="pres">
      <dgm:prSet presAssocID="{AA145731-74D8-4AD8-8A54-69B1A80C20B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B5CDB56C-D24B-4402-9FF6-CC3C34672FCE}" type="pres">
      <dgm:prSet presAssocID="{AA145731-74D8-4AD8-8A54-69B1A80C20B0}" presName="spaceRect" presStyleCnt="0"/>
      <dgm:spPr/>
    </dgm:pt>
    <dgm:pt modelId="{DEA0E524-8D1D-4219-B804-5E952B581F71}" type="pres">
      <dgm:prSet presAssocID="{AA145731-74D8-4AD8-8A54-69B1A80C20B0}" presName="textRect" presStyleLbl="revTx" presStyleIdx="1" presStyleCnt="3">
        <dgm:presLayoutVars>
          <dgm:chMax val="1"/>
          <dgm:chPref val="1"/>
        </dgm:presLayoutVars>
      </dgm:prSet>
      <dgm:spPr/>
    </dgm:pt>
    <dgm:pt modelId="{7EBA3AC2-12A8-4243-BF96-6B8B28B235F8}" type="pres">
      <dgm:prSet presAssocID="{CF979548-003E-4A28-9FFD-8E890EDAA5DF}" presName="sibTrans" presStyleCnt="0"/>
      <dgm:spPr/>
    </dgm:pt>
    <dgm:pt modelId="{75507C6C-B898-45DF-B8DE-4B389C78033B}" type="pres">
      <dgm:prSet presAssocID="{930F205B-CE28-48B1-BAC8-10DFD73281CA}" presName="compNode" presStyleCnt="0"/>
      <dgm:spPr/>
    </dgm:pt>
    <dgm:pt modelId="{33714A62-502A-4606-94B2-DDE6ECE7C9F9}" type="pres">
      <dgm:prSet presAssocID="{930F205B-CE28-48B1-BAC8-10DFD73281C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218F1D4-42D7-4CF6-83CB-6B21769D466D}" type="pres">
      <dgm:prSet presAssocID="{930F205B-CE28-48B1-BAC8-10DFD73281CA}" presName="spaceRect" presStyleCnt="0"/>
      <dgm:spPr/>
    </dgm:pt>
    <dgm:pt modelId="{C26F39B0-12FF-4353-B71F-46B5B5A046F6}" type="pres">
      <dgm:prSet presAssocID="{930F205B-CE28-48B1-BAC8-10DFD73281C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B46B220-E93A-495E-A8A0-103D3C711032}" type="presOf" srcId="{930F205B-CE28-48B1-BAC8-10DFD73281CA}" destId="{C26F39B0-12FF-4353-B71F-46B5B5A046F6}" srcOrd="0" destOrd="0" presId="urn:microsoft.com/office/officeart/2018/2/layout/IconLabelList"/>
    <dgm:cxn modelId="{3E9A4D45-816C-4F9F-8D21-0ED48CD0C5F3}" type="presOf" srcId="{3F35DCD3-C77F-4592-8196-FB3187583949}" destId="{1681DF0E-8EF7-4C16-A43C-50357644C01C}" srcOrd="0" destOrd="0" presId="urn:microsoft.com/office/officeart/2018/2/layout/IconLabelList"/>
    <dgm:cxn modelId="{8574B150-AFA9-41B3-AED2-F92B49A2E215}" srcId="{09EA6953-5BCF-4632-B58E-9E8B565098EC}" destId="{AA145731-74D8-4AD8-8A54-69B1A80C20B0}" srcOrd="1" destOrd="0" parTransId="{61CCE57A-2177-452B-8B70-A859168D988F}" sibTransId="{CF979548-003E-4A28-9FFD-8E890EDAA5DF}"/>
    <dgm:cxn modelId="{A2E83779-0F62-4DEF-9089-41DB8B4DAAC6}" type="presOf" srcId="{AA145731-74D8-4AD8-8A54-69B1A80C20B0}" destId="{DEA0E524-8D1D-4219-B804-5E952B581F71}" srcOrd="0" destOrd="0" presId="urn:microsoft.com/office/officeart/2018/2/layout/IconLabelList"/>
    <dgm:cxn modelId="{918BB9D3-9433-4257-9B34-7B2FAEB7C202}" srcId="{09EA6953-5BCF-4632-B58E-9E8B565098EC}" destId="{3F35DCD3-C77F-4592-8196-FB3187583949}" srcOrd="0" destOrd="0" parTransId="{60F7D531-E7D2-4C3D-B9F2-4FA0483477F7}" sibTransId="{D1CCC86D-CD9C-4D3C-B8E0-94B97BA03842}"/>
    <dgm:cxn modelId="{58525BE4-8B37-415F-80D8-A8F2A6B5CC41}" type="presOf" srcId="{09EA6953-5BCF-4632-B58E-9E8B565098EC}" destId="{C9977BCB-FBE2-4FC2-A7BA-CA6CF738C90F}" srcOrd="0" destOrd="0" presId="urn:microsoft.com/office/officeart/2018/2/layout/IconLabelList"/>
    <dgm:cxn modelId="{D972D1ED-6B8A-400B-A311-1B228A2C8140}" srcId="{09EA6953-5BCF-4632-B58E-9E8B565098EC}" destId="{930F205B-CE28-48B1-BAC8-10DFD73281CA}" srcOrd="2" destOrd="0" parTransId="{BFB34AFA-2A18-4EAB-B86E-0F1C912B10DC}" sibTransId="{F42A06CE-2C02-484F-BD21-77E53EAFC5A7}"/>
    <dgm:cxn modelId="{7167EF98-8075-4677-9551-73B4FB8E9592}" type="presParOf" srcId="{C9977BCB-FBE2-4FC2-A7BA-CA6CF738C90F}" destId="{BFEE6BC6-030B-4883-9BE9-BAED30EE679D}" srcOrd="0" destOrd="0" presId="urn:microsoft.com/office/officeart/2018/2/layout/IconLabelList"/>
    <dgm:cxn modelId="{27D61CBF-FA66-43CF-BAA5-A1E3A8B29F7A}" type="presParOf" srcId="{BFEE6BC6-030B-4883-9BE9-BAED30EE679D}" destId="{17C7B285-7DCE-4E46-84E4-32FD2DF70222}" srcOrd="0" destOrd="0" presId="urn:microsoft.com/office/officeart/2018/2/layout/IconLabelList"/>
    <dgm:cxn modelId="{0E3FE327-FBAB-4AF6-A4A9-58F43BF03A11}" type="presParOf" srcId="{BFEE6BC6-030B-4883-9BE9-BAED30EE679D}" destId="{3A24A7B1-CDB7-4F4C-AA09-5D16530BDD38}" srcOrd="1" destOrd="0" presId="urn:microsoft.com/office/officeart/2018/2/layout/IconLabelList"/>
    <dgm:cxn modelId="{27A9F613-0DB9-43FB-9436-8C7B874CC4F9}" type="presParOf" srcId="{BFEE6BC6-030B-4883-9BE9-BAED30EE679D}" destId="{1681DF0E-8EF7-4C16-A43C-50357644C01C}" srcOrd="2" destOrd="0" presId="urn:microsoft.com/office/officeart/2018/2/layout/IconLabelList"/>
    <dgm:cxn modelId="{8803FAA0-8BC7-4103-83F9-CEE223480A0E}" type="presParOf" srcId="{C9977BCB-FBE2-4FC2-A7BA-CA6CF738C90F}" destId="{FF1C7C4E-0CE2-401C-9AE6-D81040006484}" srcOrd="1" destOrd="0" presId="urn:microsoft.com/office/officeart/2018/2/layout/IconLabelList"/>
    <dgm:cxn modelId="{375E8526-E5DF-4912-B061-33E0D313177B}" type="presParOf" srcId="{C9977BCB-FBE2-4FC2-A7BA-CA6CF738C90F}" destId="{8965EFE3-AA4F-48C8-B1F7-8864026EFB48}" srcOrd="2" destOrd="0" presId="urn:microsoft.com/office/officeart/2018/2/layout/IconLabelList"/>
    <dgm:cxn modelId="{6E2289E4-9125-4364-A712-88C9A0A68F01}" type="presParOf" srcId="{8965EFE3-AA4F-48C8-B1F7-8864026EFB48}" destId="{B36CB09B-E270-4002-8176-C19BE9C421A5}" srcOrd="0" destOrd="0" presId="urn:microsoft.com/office/officeart/2018/2/layout/IconLabelList"/>
    <dgm:cxn modelId="{B04CD2B7-65B1-4411-8586-56296F411C2B}" type="presParOf" srcId="{8965EFE3-AA4F-48C8-B1F7-8864026EFB48}" destId="{B5CDB56C-D24B-4402-9FF6-CC3C34672FCE}" srcOrd="1" destOrd="0" presId="urn:microsoft.com/office/officeart/2018/2/layout/IconLabelList"/>
    <dgm:cxn modelId="{E99587FB-A8B9-44D3-BF39-4FD898F407B8}" type="presParOf" srcId="{8965EFE3-AA4F-48C8-B1F7-8864026EFB48}" destId="{DEA0E524-8D1D-4219-B804-5E952B581F71}" srcOrd="2" destOrd="0" presId="urn:microsoft.com/office/officeart/2018/2/layout/IconLabelList"/>
    <dgm:cxn modelId="{F8BE5870-1F7D-4E4B-81E2-A3183E1A5E24}" type="presParOf" srcId="{C9977BCB-FBE2-4FC2-A7BA-CA6CF738C90F}" destId="{7EBA3AC2-12A8-4243-BF96-6B8B28B235F8}" srcOrd="3" destOrd="0" presId="urn:microsoft.com/office/officeart/2018/2/layout/IconLabelList"/>
    <dgm:cxn modelId="{8F3582B8-5851-4C7D-9F3F-A3AE57FDAD6D}" type="presParOf" srcId="{C9977BCB-FBE2-4FC2-A7BA-CA6CF738C90F}" destId="{75507C6C-B898-45DF-B8DE-4B389C78033B}" srcOrd="4" destOrd="0" presId="urn:microsoft.com/office/officeart/2018/2/layout/IconLabelList"/>
    <dgm:cxn modelId="{FBD70F7E-EBCD-489A-BF00-F964138579D0}" type="presParOf" srcId="{75507C6C-B898-45DF-B8DE-4B389C78033B}" destId="{33714A62-502A-4606-94B2-DDE6ECE7C9F9}" srcOrd="0" destOrd="0" presId="urn:microsoft.com/office/officeart/2018/2/layout/IconLabelList"/>
    <dgm:cxn modelId="{04D04E4A-C4F7-42D5-A0E0-80114CB8F25A}" type="presParOf" srcId="{75507C6C-B898-45DF-B8DE-4B389C78033B}" destId="{D218F1D4-42D7-4CF6-83CB-6B21769D466D}" srcOrd="1" destOrd="0" presId="urn:microsoft.com/office/officeart/2018/2/layout/IconLabelList"/>
    <dgm:cxn modelId="{D2498164-F868-4981-8745-8AE5E2A93C93}" type="presParOf" srcId="{75507C6C-B898-45DF-B8DE-4B389C78033B}" destId="{C26F39B0-12FF-4353-B71F-46B5B5A046F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30427B7-B937-4FBA-8A68-67DE723EB126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864A6859-8DDB-475D-8F20-53C118CA2AA6}">
      <dgm:prSet custT="1"/>
      <dgm:spPr/>
      <dgm:t>
        <a:bodyPr/>
        <a:lstStyle/>
        <a:p>
          <a:r>
            <a:rPr lang="en-US" sz="1800" dirty="0"/>
            <a:t>A database is like a </a:t>
          </a:r>
          <a:r>
            <a:rPr lang="en-US" sz="1800" b="1" dirty="0"/>
            <a:t>digital filing system</a:t>
          </a:r>
          <a:r>
            <a:rPr lang="en-US" sz="1800" dirty="0"/>
            <a:t> where data is stored in a structured way so you can quickly search, insert, update, or delete information</a:t>
          </a:r>
        </a:p>
      </dgm:t>
    </dgm:pt>
    <dgm:pt modelId="{FF3DA379-2B42-419F-B6D8-62045FE79114}" type="parTrans" cxnId="{FD918C67-A701-485F-87D4-6F9CE60FF87A}">
      <dgm:prSet/>
      <dgm:spPr/>
      <dgm:t>
        <a:bodyPr/>
        <a:lstStyle/>
        <a:p>
          <a:endParaRPr lang="en-US" sz="1600"/>
        </a:p>
      </dgm:t>
    </dgm:pt>
    <dgm:pt modelId="{968D77A9-69DC-4839-8C1E-9DC90996DF76}" type="sibTrans" cxnId="{FD918C67-A701-485F-87D4-6F9CE60FF87A}">
      <dgm:prSet/>
      <dgm:spPr/>
      <dgm:t>
        <a:bodyPr/>
        <a:lstStyle/>
        <a:p>
          <a:endParaRPr lang="en-US"/>
        </a:p>
      </dgm:t>
    </dgm:pt>
    <dgm:pt modelId="{103D66A6-D8D0-494B-8474-A9863496F627}">
      <dgm:prSet custT="1"/>
      <dgm:spPr/>
      <dgm:t>
        <a:bodyPr/>
        <a:lstStyle/>
        <a:p>
          <a:pPr>
            <a:buNone/>
          </a:pPr>
          <a:r>
            <a:rPr lang="en-US" sz="2000" dirty="0"/>
            <a:t>A database is a system that:</a:t>
          </a:r>
        </a:p>
        <a:p>
          <a:pPr>
            <a:buNone/>
          </a:pPr>
          <a:r>
            <a:rPr lang="en-US" sz="1800" dirty="0"/>
            <a:t>	Stores structured or unstructured data </a:t>
          </a:r>
        </a:p>
        <a:p>
          <a:pPr>
            <a:buNone/>
          </a:pPr>
          <a:r>
            <a:rPr lang="en-US" sz="1800" dirty="0"/>
            <a:t>	Allows controlled access to data. </a:t>
          </a:r>
        </a:p>
        <a:p>
          <a:pPr>
            <a:buNone/>
          </a:pPr>
          <a:r>
            <a:rPr lang="en-US" sz="1800" dirty="0"/>
            <a:t>	Supports querying and reporting. </a:t>
          </a:r>
        </a:p>
        <a:p>
          <a:pPr>
            <a:buNone/>
          </a:pPr>
          <a:r>
            <a:rPr lang="en-US" sz="1800" dirty="0"/>
            <a:t>	Ensures data consistency and security</a:t>
          </a:r>
        </a:p>
      </dgm:t>
    </dgm:pt>
    <dgm:pt modelId="{B652FCF1-4F00-4352-AA35-EB68DB3314F3}" type="parTrans" cxnId="{5A31D30C-0DDE-4203-AFCD-4923F61CD1B8}">
      <dgm:prSet/>
      <dgm:spPr/>
      <dgm:t>
        <a:bodyPr/>
        <a:lstStyle/>
        <a:p>
          <a:endParaRPr lang="en-US" sz="1600"/>
        </a:p>
      </dgm:t>
    </dgm:pt>
    <dgm:pt modelId="{86A82299-81B2-4294-B6A9-D16F4F51BDF1}" type="sibTrans" cxnId="{5A31D30C-0DDE-4203-AFCD-4923F61CD1B8}">
      <dgm:prSet/>
      <dgm:spPr/>
      <dgm:t>
        <a:bodyPr/>
        <a:lstStyle/>
        <a:p>
          <a:endParaRPr lang="en-US"/>
        </a:p>
      </dgm:t>
    </dgm:pt>
    <dgm:pt modelId="{4C703C2F-F563-48E0-B23F-4147A208BEAF}">
      <dgm:prSet custT="1"/>
      <dgm:spPr/>
      <dgm:t>
        <a:bodyPr/>
        <a:lstStyle/>
        <a:p>
          <a:r>
            <a:rPr lang="en-US" sz="1800" dirty="0"/>
            <a:t>Represents one application or business domain</a:t>
          </a:r>
        </a:p>
      </dgm:t>
    </dgm:pt>
    <dgm:pt modelId="{6AE3F24C-88FB-4082-A792-C361F6C8D614}" type="parTrans" cxnId="{2AC9D590-A0B3-423B-A983-F11199205072}">
      <dgm:prSet/>
      <dgm:spPr/>
      <dgm:t>
        <a:bodyPr/>
        <a:lstStyle/>
        <a:p>
          <a:endParaRPr lang="en-US" sz="1600"/>
        </a:p>
      </dgm:t>
    </dgm:pt>
    <dgm:pt modelId="{E3E7AEF4-6C60-4B21-91DD-F56ADD7DC49B}" type="sibTrans" cxnId="{2AC9D590-A0B3-423B-A983-F11199205072}">
      <dgm:prSet/>
      <dgm:spPr/>
      <dgm:t>
        <a:bodyPr/>
        <a:lstStyle/>
        <a:p>
          <a:endParaRPr lang="en-US"/>
        </a:p>
      </dgm:t>
    </dgm:pt>
    <dgm:pt modelId="{0EAD5DAC-92F0-44E2-B899-A8689537853C}" type="pres">
      <dgm:prSet presAssocID="{630427B7-B937-4FBA-8A68-67DE723EB126}" presName="linear" presStyleCnt="0">
        <dgm:presLayoutVars>
          <dgm:animLvl val="lvl"/>
          <dgm:resizeHandles val="exact"/>
        </dgm:presLayoutVars>
      </dgm:prSet>
      <dgm:spPr/>
    </dgm:pt>
    <dgm:pt modelId="{4DBEAD96-2055-4414-BA7D-91B20E68969B}" type="pres">
      <dgm:prSet presAssocID="{103D66A6-D8D0-494B-8474-A9863496F627}" presName="parentText" presStyleLbl="node1" presStyleIdx="0" presStyleCnt="3" custLinFactNeighborX="-5521" custLinFactNeighborY="-23145">
        <dgm:presLayoutVars>
          <dgm:chMax val="0"/>
          <dgm:bulletEnabled val="1"/>
        </dgm:presLayoutVars>
      </dgm:prSet>
      <dgm:spPr/>
    </dgm:pt>
    <dgm:pt modelId="{E82069BF-D2A7-4EBE-86A6-E600AC2BD579}" type="pres">
      <dgm:prSet presAssocID="{86A82299-81B2-4294-B6A9-D16F4F51BDF1}" presName="spacer" presStyleCnt="0"/>
      <dgm:spPr/>
    </dgm:pt>
    <dgm:pt modelId="{3B3B59C4-22F1-440F-A58F-2D41D4EDDF82}" type="pres">
      <dgm:prSet presAssocID="{864A6859-8DDB-475D-8F20-53C118CA2AA6}" presName="parentText" presStyleLbl="node1" presStyleIdx="1" presStyleCnt="3" custLinFactNeighborY="52">
        <dgm:presLayoutVars>
          <dgm:chMax val="0"/>
          <dgm:bulletEnabled val="1"/>
        </dgm:presLayoutVars>
      </dgm:prSet>
      <dgm:spPr/>
    </dgm:pt>
    <dgm:pt modelId="{C9236539-F159-44D8-84CB-7B301B131AC1}" type="pres">
      <dgm:prSet presAssocID="{968D77A9-69DC-4839-8C1E-9DC90996DF76}" presName="spacer" presStyleCnt="0"/>
      <dgm:spPr/>
    </dgm:pt>
    <dgm:pt modelId="{E6680435-9C4A-4A40-95BD-135C67E7C10F}" type="pres">
      <dgm:prSet presAssocID="{4C703C2F-F563-48E0-B23F-4147A208BEA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5A31D30C-0DDE-4203-AFCD-4923F61CD1B8}" srcId="{630427B7-B937-4FBA-8A68-67DE723EB126}" destId="{103D66A6-D8D0-494B-8474-A9863496F627}" srcOrd="0" destOrd="0" parTransId="{B652FCF1-4F00-4352-AA35-EB68DB3314F3}" sibTransId="{86A82299-81B2-4294-B6A9-D16F4F51BDF1}"/>
    <dgm:cxn modelId="{D95D5B12-845D-41EE-A72C-52B4554FBEEC}" type="presOf" srcId="{4C703C2F-F563-48E0-B23F-4147A208BEAF}" destId="{E6680435-9C4A-4A40-95BD-135C67E7C10F}" srcOrd="0" destOrd="0" presId="urn:microsoft.com/office/officeart/2005/8/layout/vList2"/>
    <dgm:cxn modelId="{92703917-8C45-449A-A35B-87D1DC3E95FF}" type="presOf" srcId="{630427B7-B937-4FBA-8A68-67DE723EB126}" destId="{0EAD5DAC-92F0-44E2-B899-A8689537853C}" srcOrd="0" destOrd="0" presId="urn:microsoft.com/office/officeart/2005/8/layout/vList2"/>
    <dgm:cxn modelId="{94607A2F-DD68-4184-AC36-4D68DA87C6F8}" type="presOf" srcId="{103D66A6-D8D0-494B-8474-A9863496F627}" destId="{4DBEAD96-2055-4414-BA7D-91B20E68969B}" srcOrd="0" destOrd="0" presId="urn:microsoft.com/office/officeart/2005/8/layout/vList2"/>
    <dgm:cxn modelId="{8BFB6C60-53DD-472D-A0BB-E9B7604C3D4A}" type="presOf" srcId="{864A6859-8DDB-475D-8F20-53C118CA2AA6}" destId="{3B3B59C4-22F1-440F-A58F-2D41D4EDDF82}" srcOrd="0" destOrd="0" presId="urn:microsoft.com/office/officeart/2005/8/layout/vList2"/>
    <dgm:cxn modelId="{FD918C67-A701-485F-87D4-6F9CE60FF87A}" srcId="{630427B7-B937-4FBA-8A68-67DE723EB126}" destId="{864A6859-8DDB-475D-8F20-53C118CA2AA6}" srcOrd="1" destOrd="0" parTransId="{FF3DA379-2B42-419F-B6D8-62045FE79114}" sibTransId="{968D77A9-69DC-4839-8C1E-9DC90996DF76}"/>
    <dgm:cxn modelId="{2AC9D590-A0B3-423B-A983-F11199205072}" srcId="{630427B7-B937-4FBA-8A68-67DE723EB126}" destId="{4C703C2F-F563-48E0-B23F-4147A208BEAF}" srcOrd="2" destOrd="0" parTransId="{6AE3F24C-88FB-4082-A792-C361F6C8D614}" sibTransId="{E3E7AEF4-6C60-4B21-91DD-F56ADD7DC49B}"/>
    <dgm:cxn modelId="{527F990A-BEBF-4B84-9CF0-A15B6BDFE293}" type="presParOf" srcId="{0EAD5DAC-92F0-44E2-B899-A8689537853C}" destId="{4DBEAD96-2055-4414-BA7D-91B20E68969B}" srcOrd="0" destOrd="0" presId="urn:microsoft.com/office/officeart/2005/8/layout/vList2"/>
    <dgm:cxn modelId="{43844EA8-8553-472D-8A1A-94191289BBF6}" type="presParOf" srcId="{0EAD5DAC-92F0-44E2-B899-A8689537853C}" destId="{E82069BF-D2A7-4EBE-86A6-E600AC2BD579}" srcOrd="1" destOrd="0" presId="urn:microsoft.com/office/officeart/2005/8/layout/vList2"/>
    <dgm:cxn modelId="{A156E9AD-72FE-4E03-B6C1-FF2B4CEA9100}" type="presParOf" srcId="{0EAD5DAC-92F0-44E2-B899-A8689537853C}" destId="{3B3B59C4-22F1-440F-A58F-2D41D4EDDF82}" srcOrd="2" destOrd="0" presId="urn:microsoft.com/office/officeart/2005/8/layout/vList2"/>
    <dgm:cxn modelId="{80DF4CC6-BCCF-43E6-84B4-356469553E65}" type="presParOf" srcId="{0EAD5DAC-92F0-44E2-B899-A8689537853C}" destId="{C9236539-F159-44D8-84CB-7B301B131AC1}" srcOrd="3" destOrd="0" presId="urn:microsoft.com/office/officeart/2005/8/layout/vList2"/>
    <dgm:cxn modelId="{4EDC9671-19B2-4C9E-AAB8-697F4975EAE6}" type="presParOf" srcId="{0EAD5DAC-92F0-44E2-B899-A8689537853C}" destId="{E6680435-9C4A-4A40-95BD-135C67E7C10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DA77EF9D-88EF-457C-8C98-32EDDD82563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5DA93D4-6B60-4CA3-8AB8-CD92AC21F29A}">
      <dgm:prSet/>
      <dgm:spPr/>
      <dgm:t>
        <a:bodyPr/>
        <a:lstStyle/>
        <a:p>
          <a:r>
            <a:rPr lang="en-US"/>
            <a:t>Store large volumes of data.</a:t>
          </a:r>
        </a:p>
      </dgm:t>
    </dgm:pt>
    <dgm:pt modelId="{C8C25B35-79C4-4408-BC0A-C350A308EA47}" type="parTrans" cxnId="{463744CC-AFF3-4587-AD48-5680615F4CC4}">
      <dgm:prSet/>
      <dgm:spPr/>
      <dgm:t>
        <a:bodyPr/>
        <a:lstStyle/>
        <a:p>
          <a:endParaRPr lang="en-US"/>
        </a:p>
      </dgm:t>
    </dgm:pt>
    <dgm:pt modelId="{91600731-F5DB-4898-B614-E58DBA8E5B74}" type="sibTrans" cxnId="{463744CC-AFF3-4587-AD48-5680615F4CC4}">
      <dgm:prSet/>
      <dgm:spPr/>
      <dgm:t>
        <a:bodyPr/>
        <a:lstStyle/>
        <a:p>
          <a:endParaRPr lang="en-US"/>
        </a:p>
      </dgm:t>
    </dgm:pt>
    <dgm:pt modelId="{1834A3F8-F32E-4F99-94FB-895A2862CD7A}">
      <dgm:prSet/>
      <dgm:spPr/>
      <dgm:t>
        <a:bodyPr/>
        <a:lstStyle/>
        <a:p>
          <a:r>
            <a:rPr lang="en-US"/>
            <a:t>Retrieve data quickly.</a:t>
          </a:r>
        </a:p>
      </dgm:t>
    </dgm:pt>
    <dgm:pt modelId="{FF817FB9-8D18-4670-BDE0-D6E3D46820B6}" type="parTrans" cxnId="{02D59CA1-D2C3-4EC6-8DB5-3569555B8BF5}">
      <dgm:prSet/>
      <dgm:spPr/>
      <dgm:t>
        <a:bodyPr/>
        <a:lstStyle/>
        <a:p>
          <a:endParaRPr lang="en-US"/>
        </a:p>
      </dgm:t>
    </dgm:pt>
    <dgm:pt modelId="{3C299B7B-B411-47AB-9792-7C0C52304452}" type="sibTrans" cxnId="{02D59CA1-D2C3-4EC6-8DB5-3569555B8BF5}">
      <dgm:prSet/>
      <dgm:spPr/>
      <dgm:t>
        <a:bodyPr/>
        <a:lstStyle/>
        <a:p>
          <a:endParaRPr lang="en-US"/>
        </a:p>
      </dgm:t>
    </dgm:pt>
    <dgm:pt modelId="{F2FC2FBD-9EA5-49B3-961E-D99C8CC6F636}">
      <dgm:prSet/>
      <dgm:spPr/>
      <dgm:t>
        <a:bodyPr/>
        <a:lstStyle/>
        <a:p>
          <a:r>
            <a:rPr lang="en-US"/>
            <a:t>Ensure data accuracy and consistency.</a:t>
          </a:r>
        </a:p>
      </dgm:t>
    </dgm:pt>
    <dgm:pt modelId="{AFBF7CC6-9986-4A46-BBC5-C1EC62C151FC}" type="parTrans" cxnId="{C5663D1B-A33D-4A13-8E46-640FD59B59D9}">
      <dgm:prSet/>
      <dgm:spPr/>
      <dgm:t>
        <a:bodyPr/>
        <a:lstStyle/>
        <a:p>
          <a:endParaRPr lang="en-US"/>
        </a:p>
      </dgm:t>
    </dgm:pt>
    <dgm:pt modelId="{B4E8E66A-93FE-4D27-89CB-F51922489A05}" type="sibTrans" cxnId="{C5663D1B-A33D-4A13-8E46-640FD59B59D9}">
      <dgm:prSet/>
      <dgm:spPr/>
      <dgm:t>
        <a:bodyPr/>
        <a:lstStyle/>
        <a:p>
          <a:endParaRPr lang="en-US"/>
        </a:p>
      </dgm:t>
    </dgm:pt>
    <dgm:pt modelId="{9AB2B3C7-90EC-4994-AEEF-135AE5B6F0F3}">
      <dgm:prSet/>
      <dgm:spPr/>
      <dgm:t>
        <a:bodyPr/>
        <a:lstStyle/>
        <a:p>
          <a:r>
            <a:rPr lang="en-US"/>
            <a:t>Support multiple users simultaneously.</a:t>
          </a:r>
        </a:p>
      </dgm:t>
    </dgm:pt>
    <dgm:pt modelId="{418E4325-9093-438C-9C4F-941D91E1DCE0}" type="parTrans" cxnId="{AABE8A93-D183-4EE8-A57F-89201A6CDF41}">
      <dgm:prSet/>
      <dgm:spPr/>
      <dgm:t>
        <a:bodyPr/>
        <a:lstStyle/>
        <a:p>
          <a:endParaRPr lang="en-US"/>
        </a:p>
      </dgm:t>
    </dgm:pt>
    <dgm:pt modelId="{C6798BEE-3EEC-4C33-9707-C69FB6A9316C}" type="sibTrans" cxnId="{AABE8A93-D183-4EE8-A57F-89201A6CDF41}">
      <dgm:prSet/>
      <dgm:spPr/>
      <dgm:t>
        <a:bodyPr/>
        <a:lstStyle/>
        <a:p>
          <a:endParaRPr lang="en-US"/>
        </a:p>
      </dgm:t>
    </dgm:pt>
    <dgm:pt modelId="{91EAD122-C2C4-425E-95C0-1DE879A2436F}">
      <dgm:prSet/>
      <dgm:spPr/>
      <dgm:t>
        <a:bodyPr/>
        <a:lstStyle/>
        <a:p>
          <a:r>
            <a:rPr lang="en-US"/>
            <a:t>Secure sensitive information.</a:t>
          </a:r>
        </a:p>
      </dgm:t>
    </dgm:pt>
    <dgm:pt modelId="{4EA46639-7034-4C5C-8835-5F698E751197}" type="parTrans" cxnId="{29FA49DC-913F-4DC5-9400-431A27A59311}">
      <dgm:prSet/>
      <dgm:spPr/>
      <dgm:t>
        <a:bodyPr/>
        <a:lstStyle/>
        <a:p>
          <a:endParaRPr lang="en-US"/>
        </a:p>
      </dgm:t>
    </dgm:pt>
    <dgm:pt modelId="{69010AAB-3749-4BA2-826A-D4FCC84545C6}" type="sibTrans" cxnId="{29FA49DC-913F-4DC5-9400-431A27A59311}">
      <dgm:prSet/>
      <dgm:spPr/>
      <dgm:t>
        <a:bodyPr/>
        <a:lstStyle/>
        <a:p>
          <a:endParaRPr lang="en-US"/>
        </a:p>
      </dgm:t>
    </dgm:pt>
    <dgm:pt modelId="{F2D0A7D5-75AD-4095-9B95-0BE02BD913A1}">
      <dgm:prSet/>
      <dgm:spPr/>
      <dgm:t>
        <a:bodyPr/>
        <a:lstStyle/>
        <a:p>
          <a:r>
            <a:rPr lang="en-US"/>
            <a:t>Backup and recover data.</a:t>
          </a:r>
        </a:p>
      </dgm:t>
    </dgm:pt>
    <dgm:pt modelId="{EFFE4DB6-D9B2-473E-8880-52A9B165BCC4}" type="parTrans" cxnId="{10F3FFA0-3440-4642-9711-853B80F99945}">
      <dgm:prSet/>
      <dgm:spPr/>
      <dgm:t>
        <a:bodyPr/>
        <a:lstStyle/>
        <a:p>
          <a:endParaRPr lang="en-US"/>
        </a:p>
      </dgm:t>
    </dgm:pt>
    <dgm:pt modelId="{8EE5CCE5-2BBD-4614-A5F0-1C3189E69F73}" type="sibTrans" cxnId="{10F3FFA0-3440-4642-9711-853B80F99945}">
      <dgm:prSet/>
      <dgm:spPr/>
      <dgm:t>
        <a:bodyPr/>
        <a:lstStyle/>
        <a:p>
          <a:endParaRPr lang="en-US"/>
        </a:p>
      </dgm:t>
    </dgm:pt>
    <dgm:pt modelId="{BBE2567E-1380-4BF6-8787-292EC5436B07}" type="pres">
      <dgm:prSet presAssocID="{DA77EF9D-88EF-457C-8C98-32EDDD82563F}" presName="root" presStyleCnt="0">
        <dgm:presLayoutVars>
          <dgm:dir/>
          <dgm:resizeHandles val="exact"/>
        </dgm:presLayoutVars>
      </dgm:prSet>
      <dgm:spPr/>
    </dgm:pt>
    <dgm:pt modelId="{07D8C5D1-E927-4C8C-B8DE-7521A665A2D3}" type="pres">
      <dgm:prSet presAssocID="{65DA93D4-6B60-4CA3-8AB8-CD92AC21F29A}" presName="compNode" presStyleCnt="0"/>
      <dgm:spPr/>
    </dgm:pt>
    <dgm:pt modelId="{EE57CD83-D665-4FA2-9AB2-608AC0E1390F}" type="pres">
      <dgm:prSet presAssocID="{65DA93D4-6B60-4CA3-8AB8-CD92AC21F29A}" presName="bgRect" presStyleLbl="bgShp" presStyleIdx="0" presStyleCnt="6"/>
      <dgm:spPr/>
    </dgm:pt>
    <dgm:pt modelId="{74577C64-3794-48F1-8E2B-298208FFDEE8}" type="pres">
      <dgm:prSet presAssocID="{65DA93D4-6B60-4CA3-8AB8-CD92AC21F29A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5DB8312-232A-4D1D-A735-FAE6DA7CF855}" type="pres">
      <dgm:prSet presAssocID="{65DA93D4-6B60-4CA3-8AB8-CD92AC21F29A}" presName="spaceRect" presStyleCnt="0"/>
      <dgm:spPr/>
    </dgm:pt>
    <dgm:pt modelId="{4C03E1BD-C99C-4C5A-B08B-C33975CA9FBC}" type="pres">
      <dgm:prSet presAssocID="{65DA93D4-6B60-4CA3-8AB8-CD92AC21F29A}" presName="parTx" presStyleLbl="revTx" presStyleIdx="0" presStyleCnt="6">
        <dgm:presLayoutVars>
          <dgm:chMax val="0"/>
          <dgm:chPref val="0"/>
        </dgm:presLayoutVars>
      </dgm:prSet>
      <dgm:spPr/>
    </dgm:pt>
    <dgm:pt modelId="{A16E340B-E02C-4AB3-AB32-8D316890E254}" type="pres">
      <dgm:prSet presAssocID="{91600731-F5DB-4898-B614-E58DBA8E5B74}" presName="sibTrans" presStyleCnt="0"/>
      <dgm:spPr/>
    </dgm:pt>
    <dgm:pt modelId="{A75DDD53-6CBD-4364-A0A0-36EC6D94D099}" type="pres">
      <dgm:prSet presAssocID="{1834A3F8-F32E-4F99-94FB-895A2862CD7A}" presName="compNode" presStyleCnt="0"/>
      <dgm:spPr/>
    </dgm:pt>
    <dgm:pt modelId="{4320BA5B-5986-48ED-A52C-A4C7B1837112}" type="pres">
      <dgm:prSet presAssocID="{1834A3F8-F32E-4F99-94FB-895A2862CD7A}" presName="bgRect" presStyleLbl="bgShp" presStyleIdx="1" presStyleCnt="6"/>
      <dgm:spPr/>
    </dgm:pt>
    <dgm:pt modelId="{2F9513AF-F745-4A81-987F-86E8EBC7B4AD}" type="pres">
      <dgm:prSet presAssocID="{1834A3F8-F32E-4F99-94FB-895A2862CD7A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k"/>
        </a:ext>
      </dgm:extLst>
    </dgm:pt>
    <dgm:pt modelId="{AAD8A952-FD15-4A62-ADD4-54ECC4A55273}" type="pres">
      <dgm:prSet presAssocID="{1834A3F8-F32E-4F99-94FB-895A2862CD7A}" presName="spaceRect" presStyleCnt="0"/>
      <dgm:spPr/>
    </dgm:pt>
    <dgm:pt modelId="{97A292A2-23F6-4221-B3B5-FC85EA627F14}" type="pres">
      <dgm:prSet presAssocID="{1834A3F8-F32E-4F99-94FB-895A2862CD7A}" presName="parTx" presStyleLbl="revTx" presStyleIdx="1" presStyleCnt="6">
        <dgm:presLayoutVars>
          <dgm:chMax val="0"/>
          <dgm:chPref val="0"/>
        </dgm:presLayoutVars>
      </dgm:prSet>
      <dgm:spPr/>
    </dgm:pt>
    <dgm:pt modelId="{72ED96F3-A008-407C-9BE2-7B86A967DECE}" type="pres">
      <dgm:prSet presAssocID="{3C299B7B-B411-47AB-9792-7C0C52304452}" presName="sibTrans" presStyleCnt="0"/>
      <dgm:spPr/>
    </dgm:pt>
    <dgm:pt modelId="{89F5EFF9-BF40-4981-9561-FA3A8214A007}" type="pres">
      <dgm:prSet presAssocID="{F2FC2FBD-9EA5-49B3-961E-D99C8CC6F636}" presName="compNode" presStyleCnt="0"/>
      <dgm:spPr/>
    </dgm:pt>
    <dgm:pt modelId="{17B735C5-44BD-4B6D-BCC4-CBBE84F07788}" type="pres">
      <dgm:prSet presAssocID="{F2FC2FBD-9EA5-49B3-961E-D99C8CC6F636}" presName="bgRect" presStyleLbl="bgShp" presStyleIdx="2" presStyleCnt="6"/>
      <dgm:spPr/>
    </dgm:pt>
    <dgm:pt modelId="{E540E9AD-72D5-4CB6-B19B-D10C75F2F424}" type="pres">
      <dgm:prSet presAssocID="{F2FC2FBD-9EA5-49B3-961E-D99C8CC6F636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DBB75F04-54B8-4EEC-852E-D0A4A16215A7}" type="pres">
      <dgm:prSet presAssocID="{F2FC2FBD-9EA5-49B3-961E-D99C8CC6F636}" presName="spaceRect" presStyleCnt="0"/>
      <dgm:spPr/>
    </dgm:pt>
    <dgm:pt modelId="{B2CEFEBF-43D9-4B8C-8A1C-405ED60C6131}" type="pres">
      <dgm:prSet presAssocID="{F2FC2FBD-9EA5-49B3-961E-D99C8CC6F636}" presName="parTx" presStyleLbl="revTx" presStyleIdx="2" presStyleCnt="6">
        <dgm:presLayoutVars>
          <dgm:chMax val="0"/>
          <dgm:chPref val="0"/>
        </dgm:presLayoutVars>
      </dgm:prSet>
      <dgm:spPr/>
    </dgm:pt>
    <dgm:pt modelId="{1C13040E-8D78-432F-A0FB-B4D8C0F097C8}" type="pres">
      <dgm:prSet presAssocID="{B4E8E66A-93FE-4D27-89CB-F51922489A05}" presName="sibTrans" presStyleCnt="0"/>
      <dgm:spPr/>
    </dgm:pt>
    <dgm:pt modelId="{57B48EEC-6F52-4FC4-8DD0-59936EEE46D7}" type="pres">
      <dgm:prSet presAssocID="{9AB2B3C7-90EC-4994-AEEF-135AE5B6F0F3}" presName="compNode" presStyleCnt="0"/>
      <dgm:spPr/>
    </dgm:pt>
    <dgm:pt modelId="{181EE72A-EA8D-4172-9DF3-54883D6E48F6}" type="pres">
      <dgm:prSet presAssocID="{9AB2B3C7-90EC-4994-AEEF-135AE5B6F0F3}" presName="bgRect" presStyleLbl="bgShp" presStyleIdx="3" presStyleCnt="6"/>
      <dgm:spPr/>
    </dgm:pt>
    <dgm:pt modelId="{5EFDD635-6E4E-4C76-9714-17703DD91879}" type="pres">
      <dgm:prSet presAssocID="{9AB2B3C7-90EC-4994-AEEF-135AE5B6F0F3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fluencer"/>
        </a:ext>
      </dgm:extLst>
    </dgm:pt>
    <dgm:pt modelId="{EBFB2512-3F88-4E37-8283-C7D48BA1AB77}" type="pres">
      <dgm:prSet presAssocID="{9AB2B3C7-90EC-4994-AEEF-135AE5B6F0F3}" presName="spaceRect" presStyleCnt="0"/>
      <dgm:spPr/>
    </dgm:pt>
    <dgm:pt modelId="{CB6C7B34-5FE3-439D-A1BF-41AF550ED5FE}" type="pres">
      <dgm:prSet presAssocID="{9AB2B3C7-90EC-4994-AEEF-135AE5B6F0F3}" presName="parTx" presStyleLbl="revTx" presStyleIdx="3" presStyleCnt="6">
        <dgm:presLayoutVars>
          <dgm:chMax val="0"/>
          <dgm:chPref val="0"/>
        </dgm:presLayoutVars>
      </dgm:prSet>
      <dgm:spPr/>
    </dgm:pt>
    <dgm:pt modelId="{2A8EEC86-456F-4735-A45B-22129766BB30}" type="pres">
      <dgm:prSet presAssocID="{C6798BEE-3EEC-4C33-9707-C69FB6A9316C}" presName="sibTrans" presStyleCnt="0"/>
      <dgm:spPr/>
    </dgm:pt>
    <dgm:pt modelId="{FAB62C28-EFCB-4F49-B9AA-8C2A7F8F7E59}" type="pres">
      <dgm:prSet presAssocID="{91EAD122-C2C4-425E-95C0-1DE879A2436F}" presName="compNode" presStyleCnt="0"/>
      <dgm:spPr/>
    </dgm:pt>
    <dgm:pt modelId="{D7809798-D239-469F-B4BE-97DE5249B553}" type="pres">
      <dgm:prSet presAssocID="{91EAD122-C2C4-425E-95C0-1DE879A2436F}" presName="bgRect" presStyleLbl="bgShp" presStyleIdx="4" presStyleCnt="6"/>
      <dgm:spPr/>
    </dgm:pt>
    <dgm:pt modelId="{F35D3B47-B17C-45AF-8AA1-C44B12819925}" type="pres">
      <dgm:prSet presAssocID="{91EAD122-C2C4-425E-95C0-1DE879A2436F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A3AEE43C-C235-480C-BBA6-BAF62351C569}" type="pres">
      <dgm:prSet presAssocID="{91EAD122-C2C4-425E-95C0-1DE879A2436F}" presName="spaceRect" presStyleCnt="0"/>
      <dgm:spPr/>
    </dgm:pt>
    <dgm:pt modelId="{08E84CEB-7E0D-4A6F-8451-34B0041AC44A}" type="pres">
      <dgm:prSet presAssocID="{91EAD122-C2C4-425E-95C0-1DE879A2436F}" presName="parTx" presStyleLbl="revTx" presStyleIdx="4" presStyleCnt="6">
        <dgm:presLayoutVars>
          <dgm:chMax val="0"/>
          <dgm:chPref val="0"/>
        </dgm:presLayoutVars>
      </dgm:prSet>
      <dgm:spPr/>
    </dgm:pt>
    <dgm:pt modelId="{4AB5EB8E-A329-4776-B5C9-5BCC4C6595F1}" type="pres">
      <dgm:prSet presAssocID="{69010AAB-3749-4BA2-826A-D4FCC84545C6}" presName="sibTrans" presStyleCnt="0"/>
      <dgm:spPr/>
    </dgm:pt>
    <dgm:pt modelId="{52DF370D-3B5C-456F-8824-6F488E077450}" type="pres">
      <dgm:prSet presAssocID="{F2D0A7D5-75AD-4095-9B95-0BE02BD913A1}" presName="compNode" presStyleCnt="0"/>
      <dgm:spPr/>
    </dgm:pt>
    <dgm:pt modelId="{DD79FAA8-6A7A-41E9-B5E9-E02EBC1D8230}" type="pres">
      <dgm:prSet presAssocID="{F2D0A7D5-75AD-4095-9B95-0BE02BD913A1}" presName="bgRect" presStyleLbl="bgShp" presStyleIdx="5" presStyleCnt="6"/>
      <dgm:spPr/>
    </dgm:pt>
    <dgm:pt modelId="{B27C6098-D52F-47B2-836B-9FF31055BA45}" type="pres">
      <dgm:prSet presAssocID="{F2D0A7D5-75AD-4095-9B95-0BE02BD913A1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E0B779EF-A435-4ECB-84AF-0EB173B52D9C}" type="pres">
      <dgm:prSet presAssocID="{F2D0A7D5-75AD-4095-9B95-0BE02BD913A1}" presName="spaceRect" presStyleCnt="0"/>
      <dgm:spPr/>
    </dgm:pt>
    <dgm:pt modelId="{92B5291C-D65A-440A-AA1F-75CA320595EC}" type="pres">
      <dgm:prSet presAssocID="{F2D0A7D5-75AD-4095-9B95-0BE02BD913A1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2E42650A-6358-4C67-BDFD-D9AE69EF1EAD}" type="presOf" srcId="{F2D0A7D5-75AD-4095-9B95-0BE02BD913A1}" destId="{92B5291C-D65A-440A-AA1F-75CA320595EC}" srcOrd="0" destOrd="0" presId="urn:microsoft.com/office/officeart/2018/2/layout/IconVerticalSolidList"/>
    <dgm:cxn modelId="{BABAB812-1D06-40D6-B4FA-4797ABEB0E28}" type="presOf" srcId="{DA77EF9D-88EF-457C-8C98-32EDDD82563F}" destId="{BBE2567E-1380-4BF6-8787-292EC5436B07}" srcOrd="0" destOrd="0" presId="urn:microsoft.com/office/officeart/2018/2/layout/IconVerticalSolidList"/>
    <dgm:cxn modelId="{C5663D1B-A33D-4A13-8E46-640FD59B59D9}" srcId="{DA77EF9D-88EF-457C-8C98-32EDDD82563F}" destId="{F2FC2FBD-9EA5-49B3-961E-D99C8CC6F636}" srcOrd="2" destOrd="0" parTransId="{AFBF7CC6-9986-4A46-BBC5-C1EC62C151FC}" sibTransId="{B4E8E66A-93FE-4D27-89CB-F51922489A05}"/>
    <dgm:cxn modelId="{5B54EA68-4538-4DB7-8464-A87F59F825CA}" type="presOf" srcId="{91EAD122-C2C4-425E-95C0-1DE879A2436F}" destId="{08E84CEB-7E0D-4A6F-8451-34B0041AC44A}" srcOrd="0" destOrd="0" presId="urn:microsoft.com/office/officeart/2018/2/layout/IconVerticalSolidList"/>
    <dgm:cxn modelId="{AF79F349-F4C6-4571-8722-AD6C3B4030C6}" type="presOf" srcId="{1834A3F8-F32E-4F99-94FB-895A2862CD7A}" destId="{97A292A2-23F6-4221-B3B5-FC85EA627F14}" srcOrd="0" destOrd="0" presId="urn:microsoft.com/office/officeart/2018/2/layout/IconVerticalSolidList"/>
    <dgm:cxn modelId="{AABE8A93-D183-4EE8-A57F-89201A6CDF41}" srcId="{DA77EF9D-88EF-457C-8C98-32EDDD82563F}" destId="{9AB2B3C7-90EC-4994-AEEF-135AE5B6F0F3}" srcOrd="3" destOrd="0" parTransId="{418E4325-9093-438C-9C4F-941D91E1DCE0}" sibTransId="{C6798BEE-3EEC-4C33-9707-C69FB6A9316C}"/>
    <dgm:cxn modelId="{A84D069D-2C85-4C49-8A87-202E4A4EB912}" type="presOf" srcId="{F2FC2FBD-9EA5-49B3-961E-D99C8CC6F636}" destId="{B2CEFEBF-43D9-4B8C-8A1C-405ED60C6131}" srcOrd="0" destOrd="0" presId="urn:microsoft.com/office/officeart/2018/2/layout/IconVerticalSolidList"/>
    <dgm:cxn modelId="{10F3FFA0-3440-4642-9711-853B80F99945}" srcId="{DA77EF9D-88EF-457C-8C98-32EDDD82563F}" destId="{F2D0A7D5-75AD-4095-9B95-0BE02BD913A1}" srcOrd="5" destOrd="0" parTransId="{EFFE4DB6-D9B2-473E-8880-52A9B165BCC4}" sibTransId="{8EE5CCE5-2BBD-4614-A5F0-1C3189E69F73}"/>
    <dgm:cxn modelId="{02D59CA1-D2C3-4EC6-8DB5-3569555B8BF5}" srcId="{DA77EF9D-88EF-457C-8C98-32EDDD82563F}" destId="{1834A3F8-F32E-4F99-94FB-895A2862CD7A}" srcOrd="1" destOrd="0" parTransId="{FF817FB9-8D18-4670-BDE0-D6E3D46820B6}" sibTransId="{3C299B7B-B411-47AB-9792-7C0C52304452}"/>
    <dgm:cxn modelId="{7D4E34C7-84A3-490F-8214-3B96877D92D4}" type="presOf" srcId="{9AB2B3C7-90EC-4994-AEEF-135AE5B6F0F3}" destId="{CB6C7B34-5FE3-439D-A1BF-41AF550ED5FE}" srcOrd="0" destOrd="0" presId="urn:microsoft.com/office/officeart/2018/2/layout/IconVerticalSolidList"/>
    <dgm:cxn modelId="{18FB53CB-C19A-4F26-8638-3482DFC56A8B}" type="presOf" srcId="{65DA93D4-6B60-4CA3-8AB8-CD92AC21F29A}" destId="{4C03E1BD-C99C-4C5A-B08B-C33975CA9FBC}" srcOrd="0" destOrd="0" presId="urn:microsoft.com/office/officeart/2018/2/layout/IconVerticalSolidList"/>
    <dgm:cxn modelId="{463744CC-AFF3-4587-AD48-5680615F4CC4}" srcId="{DA77EF9D-88EF-457C-8C98-32EDDD82563F}" destId="{65DA93D4-6B60-4CA3-8AB8-CD92AC21F29A}" srcOrd="0" destOrd="0" parTransId="{C8C25B35-79C4-4408-BC0A-C350A308EA47}" sibTransId="{91600731-F5DB-4898-B614-E58DBA8E5B74}"/>
    <dgm:cxn modelId="{29FA49DC-913F-4DC5-9400-431A27A59311}" srcId="{DA77EF9D-88EF-457C-8C98-32EDDD82563F}" destId="{91EAD122-C2C4-425E-95C0-1DE879A2436F}" srcOrd="4" destOrd="0" parTransId="{4EA46639-7034-4C5C-8835-5F698E751197}" sibTransId="{69010AAB-3749-4BA2-826A-D4FCC84545C6}"/>
    <dgm:cxn modelId="{183207E0-2542-4F21-85D4-289D11E6D0D2}" type="presParOf" srcId="{BBE2567E-1380-4BF6-8787-292EC5436B07}" destId="{07D8C5D1-E927-4C8C-B8DE-7521A665A2D3}" srcOrd="0" destOrd="0" presId="urn:microsoft.com/office/officeart/2018/2/layout/IconVerticalSolidList"/>
    <dgm:cxn modelId="{0B528B02-DC75-4F82-ABF3-EB95ACF4518F}" type="presParOf" srcId="{07D8C5D1-E927-4C8C-B8DE-7521A665A2D3}" destId="{EE57CD83-D665-4FA2-9AB2-608AC0E1390F}" srcOrd="0" destOrd="0" presId="urn:microsoft.com/office/officeart/2018/2/layout/IconVerticalSolidList"/>
    <dgm:cxn modelId="{FFF2AD92-85BC-411B-AAC4-1961F263CB68}" type="presParOf" srcId="{07D8C5D1-E927-4C8C-B8DE-7521A665A2D3}" destId="{74577C64-3794-48F1-8E2B-298208FFDEE8}" srcOrd="1" destOrd="0" presId="urn:microsoft.com/office/officeart/2018/2/layout/IconVerticalSolidList"/>
    <dgm:cxn modelId="{2F4DFA38-8817-4E3B-82B0-B17D93C35325}" type="presParOf" srcId="{07D8C5D1-E927-4C8C-B8DE-7521A665A2D3}" destId="{A5DB8312-232A-4D1D-A735-FAE6DA7CF855}" srcOrd="2" destOrd="0" presId="urn:microsoft.com/office/officeart/2018/2/layout/IconVerticalSolidList"/>
    <dgm:cxn modelId="{18EDACDD-AE99-4C40-8656-21CD902A1562}" type="presParOf" srcId="{07D8C5D1-E927-4C8C-B8DE-7521A665A2D3}" destId="{4C03E1BD-C99C-4C5A-B08B-C33975CA9FBC}" srcOrd="3" destOrd="0" presId="urn:microsoft.com/office/officeart/2018/2/layout/IconVerticalSolidList"/>
    <dgm:cxn modelId="{AA0DB00B-578A-4D9B-A0BF-672A77C3066F}" type="presParOf" srcId="{BBE2567E-1380-4BF6-8787-292EC5436B07}" destId="{A16E340B-E02C-4AB3-AB32-8D316890E254}" srcOrd="1" destOrd="0" presId="urn:microsoft.com/office/officeart/2018/2/layout/IconVerticalSolidList"/>
    <dgm:cxn modelId="{DFEAFBA7-EA8F-42B8-B01B-E5F20A59BE6B}" type="presParOf" srcId="{BBE2567E-1380-4BF6-8787-292EC5436B07}" destId="{A75DDD53-6CBD-4364-A0A0-36EC6D94D099}" srcOrd="2" destOrd="0" presId="urn:microsoft.com/office/officeart/2018/2/layout/IconVerticalSolidList"/>
    <dgm:cxn modelId="{3CA310DE-CEDF-40A6-9975-A32F77BCCFAE}" type="presParOf" srcId="{A75DDD53-6CBD-4364-A0A0-36EC6D94D099}" destId="{4320BA5B-5986-48ED-A52C-A4C7B1837112}" srcOrd="0" destOrd="0" presId="urn:microsoft.com/office/officeart/2018/2/layout/IconVerticalSolidList"/>
    <dgm:cxn modelId="{7D4CCE46-1B7F-4D44-83F3-14D561B2D66A}" type="presParOf" srcId="{A75DDD53-6CBD-4364-A0A0-36EC6D94D099}" destId="{2F9513AF-F745-4A81-987F-86E8EBC7B4AD}" srcOrd="1" destOrd="0" presId="urn:microsoft.com/office/officeart/2018/2/layout/IconVerticalSolidList"/>
    <dgm:cxn modelId="{FBDB4D76-7530-403F-BF63-41F8D66AF5A1}" type="presParOf" srcId="{A75DDD53-6CBD-4364-A0A0-36EC6D94D099}" destId="{AAD8A952-FD15-4A62-ADD4-54ECC4A55273}" srcOrd="2" destOrd="0" presId="urn:microsoft.com/office/officeart/2018/2/layout/IconVerticalSolidList"/>
    <dgm:cxn modelId="{A7B026C2-3CE0-40C2-AD34-9AC3657B6791}" type="presParOf" srcId="{A75DDD53-6CBD-4364-A0A0-36EC6D94D099}" destId="{97A292A2-23F6-4221-B3B5-FC85EA627F14}" srcOrd="3" destOrd="0" presId="urn:microsoft.com/office/officeart/2018/2/layout/IconVerticalSolidList"/>
    <dgm:cxn modelId="{FFACACAB-0B59-408D-B5AB-5FB5BAEE6075}" type="presParOf" srcId="{BBE2567E-1380-4BF6-8787-292EC5436B07}" destId="{72ED96F3-A008-407C-9BE2-7B86A967DECE}" srcOrd="3" destOrd="0" presId="urn:microsoft.com/office/officeart/2018/2/layout/IconVerticalSolidList"/>
    <dgm:cxn modelId="{BB334454-AF25-4BAA-B154-011E549952BA}" type="presParOf" srcId="{BBE2567E-1380-4BF6-8787-292EC5436B07}" destId="{89F5EFF9-BF40-4981-9561-FA3A8214A007}" srcOrd="4" destOrd="0" presId="urn:microsoft.com/office/officeart/2018/2/layout/IconVerticalSolidList"/>
    <dgm:cxn modelId="{A730A77C-CA28-43D9-A640-0C2424CDE7D8}" type="presParOf" srcId="{89F5EFF9-BF40-4981-9561-FA3A8214A007}" destId="{17B735C5-44BD-4B6D-BCC4-CBBE84F07788}" srcOrd="0" destOrd="0" presId="urn:microsoft.com/office/officeart/2018/2/layout/IconVerticalSolidList"/>
    <dgm:cxn modelId="{07E85685-9840-4785-9504-9D401ECDB066}" type="presParOf" srcId="{89F5EFF9-BF40-4981-9561-FA3A8214A007}" destId="{E540E9AD-72D5-4CB6-B19B-D10C75F2F424}" srcOrd="1" destOrd="0" presId="urn:microsoft.com/office/officeart/2018/2/layout/IconVerticalSolidList"/>
    <dgm:cxn modelId="{90EFEC5D-533D-4A83-B870-193B667F69BF}" type="presParOf" srcId="{89F5EFF9-BF40-4981-9561-FA3A8214A007}" destId="{DBB75F04-54B8-4EEC-852E-D0A4A16215A7}" srcOrd="2" destOrd="0" presId="urn:microsoft.com/office/officeart/2018/2/layout/IconVerticalSolidList"/>
    <dgm:cxn modelId="{2430FFA4-E98E-40AA-9296-34A7AC6054A5}" type="presParOf" srcId="{89F5EFF9-BF40-4981-9561-FA3A8214A007}" destId="{B2CEFEBF-43D9-4B8C-8A1C-405ED60C6131}" srcOrd="3" destOrd="0" presId="urn:microsoft.com/office/officeart/2018/2/layout/IconVerticalSolidList"/>
    <dgm:cxn modelId="{628745FB-0F42-4C24-A320-69D2C624A402}" type="presParOf" srcId="{BBE2567E-1380-4BF6-8787-292EC5436B07}" destId="{1C13040E-8D78-432F-A0FB-B4D8C0F097C8}" srcOrd="5" destOrd="0" presId="urn:microsoft.com/office/officeart/2018/2/layout/IconVerticalSolidList"/>
    <dgm:cxn modelId="{862A1CAA-7C81-4304-9B4B-6BA63C62157F}" type="presParOf" srcId="{BBE2567E-1380-4BF6-8787-292EC5436B07}" destId="{57B48EEC-6F52-4FC4-8DD0-59936EEE46D7}" srcOrd="6" destOrd="0" presId="urn:microsoft.com/office/officeart/2018/2/layout/IconVerticalSolidList"/>
    <dgm:cxn modelId="{C1E3911C-10E5-400A-8A77-F5F0D878F6E3}" type="presParOf" srcId="{57B48EEC-6F52-4FC4-8DD0-59936EEE46D7}" destId="{181EE72A-EA8D-4172-9DF3-54883D6E48F6}" srcOrd="0" destOrd="0" presId="urn:microsoft.com/office/officeart/2018/2/layout/IconVerticalSolidList"/>
    <dgm:cxn modelId="{F6B4D688-E1D0-485A-9CC5-DACED56B4668}" type="presParOf" srcId="{57B48EEC-6F52-4FC4-8DD0-59936EEE46D7}" destId="{5EFDD635-6E4E-4C76-9714-17703DD91879}" srcOrd="1" destOrd="0" presId="urn:microsoft.com/office/officeart/2018/2/layout/IconVerticalSolidList"/>
    <dgm:cxn modelId="{38EFCC30-E986-4BE5-89C8-3CFF93B8DD35}" type="presParOf" srcId="{57B48EEC-6F52-4FC4-8DD0-59936EEE46D7}" destId="{EBFB2512-3F88-4E37-8283-C7D48BA1AB77}" srcOrd="2" destOrd="0" presId="urn:microsoft.com/office/officeart/2018/2/layout/IconVerticalSolidList"/>
    <dgm:cxn modelId="{B43134B2-56E6-4519-9621-D51163874424}" type="presParOf" srcId="{57B48EEC-6F52-4FC4-8DD0-59936EEE46D7}" destId="{CB6C7B34-5FE3-439D-A1BF-41AF550ED5FE}" srcOrd="3" destOrd="0" presId="urn:microsoft.com/office/officeart/2018/2/layout/IconVerticalSolidList"/>
    <dgm:cxn modelId="{2AB5E3D8-EA9F-4F11-968E-F1292785FD75}" type="presParOf" srcId="{BBE2567E-1380-4BF6-8787-292EC5436B07}" destId="{2A8EEC86-456F-4735-A45B-22129766BB30}" srcOrd="7" destOrd="0" presId="urn:microsoft.com/office/officeart/2018/2/layout/IconVerticalSolidList"/>
    <dgm:cxn modelId="{99625DD7-8147-400F-8A4B-3F9232C106D3}" type="presParOf" srcId="{BBE2567E-1380-4BF6-8787-292EC5436B07}" destId="{FAB62C28-EFCB-4F49-B9AA-8C2A7F8F7E59}" srcOrd="8" destOrd="0" presId="urn:microsoft.com/office/officeart/2018/2/layout/IconVerticalSolidList"/>
    <dgm:cxn modelId="{40FE07CC-2C4B-40B2-A4A8-FCB64CDBB628}" type="presParOf" srcId="{FAB62C28-EFCB-4F49-B9AA-8C2A7F8F7E59}" destId="{D7809798-D239-469F-B4BE-97DE5249B553}" srcOrd="0" destOrd="0" presId="urn:microsoft.com/office/officeart/2018/2/layout/IconVerticalSolidList"/>
    <dgm:cxn modelId="{584AD0D0-E225-4CCA-AC9C-807AB7E3B576}" type="presParOf" srcId="{FAB62C28-EFCB-4F49-B9AA-8C2A7F8F7E59}" destId="{F35D3B47-B17C-45AF-8AA1-C44B12819925}" srcOrd="1" destOrd="0" presId="urn:microsoft.com/office/officeart/2018/2/layout/IconVerticalSolidList"/>
    <dgm:cxn modelId="{AEB2EA22-DA2F-4ED0-98B9-D8B13C866DF7}" type="presParOf" srcId="{FAB62C28-EFCB-4F49-B9AA-8C2A7F8F7E59}" destId="{A3AEE43C-C235-480C-BBA6-BAF62351C569}" srcOrd="2" destOrd="0" presId="urn:microsoft.com/office/officeart/2018/2/layout/IconVerticalSolidList"/>
    <dgm:cxn modelId="{84F425A2-83E9-45D9-B2B0-436B06853948}" type="presParOf" srcId="{FAB62C28-EFCB-4F49-B9AA-8C2A7F8F7E59}" destId="{08E84CEB-7E0D-4A6F-8451-34B0041AC44A}" srcOrd="3" destOrd="0" presId="urn:microsoft.com/office/officeart/2018/2/layout/IconVerticalSolidList"/>
    <dgm:cxn modelId="{67663DAD-60ED-4BF6-9821-9895F26B0BB7}" type="presParOf" srcId="{BBE2567E-1380-4BF6-8787-292EC5436B07}" destId="{4AB5EB8E-A329-4776-B5C9-5BCC4C6595F1}" srcOrd="9" destOrd="0" presId="urn:microsoft.com/office/officeart/2018/2/layout/IconVerticalSolidList"/>
    <dgm:cxn modelId="{E104E2F9-8EDF-4D05-A80D-25E3BB543E61}" type="presParOf" srcId="{BBE2567E-1380-4BF6-8787-292EC5436B07}" destId="{52DF370D-3B5C-456F-8824-6F488E077450}" srcOrd="10" destOrd="0" presId="urn:microsoft.com/office/officeart/2018/2/layout/IconVerticalSolidList"/>
    <dgm:cxn modelId="{17D9E34F-76B7-48A8-A3F0-00B0AE44AA36}" type="presParOf" srcId="{52DF370D-3B5C-456F-8824-6F488E077450}" destId="{DD79FAA8-6A7A-41E9-B5E9-E02EBC1D8230}" srcOrd="0" destOrd="0" presId="urn:microsoft.com/office/officeart/2018/2/layout/IconVerticalSolidList"/>
    <dgm:cxn modelId="{0074D479-1989-4F99-8885-FB8257D6DCD8}" type="presParOf" srcId="{52DF370D-3B5C-456F-8824-6F488E077450}" destId="{B27C6098-D52F-47B2-836B-9FF31055BA45}" srcOrd="1" destOrd="0" presId="urn:microsoft.com/office/officeart/2018/2/layout/IconVerticalSolidList"/>
    <dgm:cxn modelId="{73652AFF-15E5-4C3A-A75E-155F4DDF87F6}" type="presParOf" srcId="{52DF370D-3B5C-456F-8824-6F488E077450}" destId="{E0B779EF-A435-4ECB-84AF-0EB173B52D9C}" srcOrd="2" destOrd="0" presId="urn:microsoft.com/office/officeart/2018/2/layout/IconVerticalSolidList"/>
    <dgm:cxn modelId="{11624AC1-BB98-4816-A042-F94B80F5A795}" type="presParOf" srcId="{52DF370D-3B5C-456F-8824-6F488E077450}" destId="{92B5291C-D65A-440A-AA1F-75CA320595E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7CE5487-4445-44AF-A419-7EB2861C7D66}" type="doc">
      <dgm:prSet loTypeId="urn:microsoft.com/office/officeart/2008/layout/LinedList" loCatId="list" qsTypeId="urn:microsoft.com/office/officeart/2005/8/quickstyle/simple5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9FD2D13A-16E6-4829-B4FC-416A19102E44}">
      <dgm:prSet/>
      <dgm:spPr/>
      <dgm:t>
        <a:bodyPr/>
        <a:lstStyle/>
        <a:p>
          <a:r>
            <a:rPr lang="en-US"/>
            <a:t>RDBMS stands for Relational Database Management System</a:t>
          </a:r>
        </a:p>
      </dgm:t>
    </dgm:pt>
    <dgm:pt modelId="{2130402E-9D6F-4EFB-BF83-3D6162D42DB0}" type="parTrans" cxnId="{6923C38E-709E-4940-A8A3-1C47BC99B051}">
      <dgm:prSet/>
      <dgm:spPr/>
      <dgm:t>
        <a:bodyPr/>
        <a:lstStyle/>
        <a:p>
          <a:endParaRPr lang="en-US"/>
        </a:p>
      </dgm:t>
    </dgm:pt>
    <dgm:pt modelId="{6B413F01-23BB-4E45-A997-5EEF4AF576A3}" type="sibTrans" cxnId="{6923C38E-709E-4940-A8A3-1C47BC99B051}">
      <dgm:prSet/>
      <dgm:spPr/>
      <dgm:t>
        <a:bodyPr/>
        <a:lstStyle/>
        <a:p>
          <a:endParaRPr lang="en-US"/>
        </a:p>
      </dgm:t>
    </dgm:pt>
    <dgm:pt modelId="{BB6B378C-15FD-4287-BC3F-D25F89EDD739}">
      <dgm:prSet/>
      <dgm:spPr/>
      <dgm:t>
        <a:bodyPr/>
        <a:lstStyle/>
        <a:p>
          <a:r>
            <a:rPr lang="en-US"/>
            <a:t>Data is stored in tables (rows and columns)</a:t>
          </a:r>
        </a:p>
      </dgm:t>
    </dgm:pt>
    <dgm:pt modelId="{A9EA529E-77E2-4F9C-8F05-F221DD0F0BCC}" type="parTrans" cxnId="{5F530B76-6B7C-4845-AC7E-58253564F31C}">
      <dgm:prSet/>
      <dgm:spPr/>
      <dgm:t>
        <a:bodyPr/>
        <a:lstStyle/>
        <a:p>
          <a:endParaRPr lang="en-US"/>
        </a:p>
      </dgm:t>
    </dgm:pt>
    <dgm:pt modelId="{275E737A-C39F-41F2-B361-12968014423A}" type="sibTrans" cxnId="{5F530B76-6B7C-4845-AC7E-58253564F31C}">
      <dgm:prSet/>
      <dgm:spPr/>
      <dgm:t>
        <a:bodyPr/>
        <a:lstStyle/>
        <a:p>
          <a:endParaRPr lang="en-US"/>
        </a:p>
      </dgm:t>
    </dgm:pt>
    <dgm:pt modelId="{669EBC70-0F90-41D5-8E4F-A065A8AA7AAD}">
      <dgm:prSet/>
      <dgm:spPr/>
      <dgm:t>
        <a:bodyPr/>
        <a:lstStyle/>
        <a:p>
          <a:r>
            <a:rPr lang="en-US"/>
            <a:t>Maintains relationships using keys</a:t>
          </a:r>
        </a:p>
      </dgm:t>
    </dgm:pt>
    <dgm:pt modelId="{380E8E86-5818-414B-B83F-4312E6C0E61C}" type="parTrans" cxnId="{987F60B5-4E76-4800-9C7C-CAC154D17A72}">
      <dgm:prSet/>
      <dgm:spPr/>
      <dgm:t>
        <a:bodyPr/>
        <a:lstStyle/>
        <a:p>
          <a:endParaRPr lang="en-US"/>
        </a:p>
      </dgm:t>
    </dgm:pt>
    <dgm:pt modelId="{88DB4BD4-6EC0-4A07-8C22-22FE4B90320B}" type="sibTrans" cxnId="{987F60B5-4E76-4800-9C7C-CAC154D17A72}">
      <dgm:prSet/>
      <dgm:spPr/>
      <dgm:t>
        <a:bodyPr/>
        <a:lstStyle/>
        <a:p>
          <a:endParaRPr lang="en-US"/>
        </a:p>
      </dgm:t>
    </dgm:pt>
    <dgm:pt modelId="{576FFA45-5282-438D-B40D-5D19F82E50F4}">
      <dgm:prSet/>
      <dgm:spPr/>
      <dgm:t>
        <a:bodyPr/>
        <a:lstStyle/>
        <a:p>
          <a:r>
            <a:rPr lang="en-US" dirty="0"/>
            <a:t>Ensures data integrity using ACID properties</a:t>
          </a:r>
        </a:p>
      </dgm:t>
    </dgm:pt>
    <dgm:pt modelId="{09A714B5-FACA-4313-885B-252CFE1E62D2}" type="parTrans" cxnId="{55FE4294-3D61-4B38-9F31-EF78D102BFB5}">
      <dgm:prSet/>
      <dgm:spPr/>
      <dgm:t>
        <a:bodyPr/>
        <a:lstStyle/>
        <a:p>
          <a:endParaRPr lang="en-US"/>
        </a:p>
      </dgm:t>
    </dgm:pt>
    <dgm:pt modelId="{97ADCDE5-51B5-4FC3-8233-27BAE269CADF}" type="sibTrans" cxnId="{55FE4294-3D61-4B38-9F31-EF78D102BFB5}">
      <dgm:prSet/>
      <dgm:spPr/>
      <dgm:t>
        <a:bodyPr/>
        <a:lstStyle/>
        <a:p>
          <a:endParaRPr lang="en-US"/>
        </a:p>
      </dgm:t>
    </dgm:pt>
    <dgm:pt modelId="{E3BAEED4-4DBA-4DAE-B49B-0CFAEDF994A5}">
      <dgm:prSet/>
      <dgm:spPr/>
      <dgm:t>
        <a:bodyPr/>
        <a:lstStyle/>
        <a:p>
          <a:r>
            <a:rPr lang="en-US"/>
            <a:t>Examples: PostgreSQL, Oracle, SQL Server</a:t>
          </a:r>
        </a:p>
      </dgm:t>
    </dgm:pt>
    <dgm:pt modelId="{79EED399-847A-438C-8830-C736486DC10F}" type="parTrans" cxnId="{B9FE05BC-8BF6-4D87-A5E1-0DFBA67C35D2}">
      <dgm:prSet/>
      <dgm:spPr/>
      <dgm:t>
        <a:bodyPr/>
        <a:lstStyle/>
        <a:p>
          <a:endParaRPr lang="en-US"/>
        </a:p>
      </dgm:t>
    </dgm:pt>
    <dgm:pt modelId="{19FBB103-0E7A-40DF-AD8A-E9C289D3C8B8}" type="sibTrans" cxnId="{B9FE05BC-8BF6-4D87-A5E1-0DFBA67C35D2}">
      <dgm:prSet/>
      <dgm:spPr/>
      <dgm:t>
        <a:bodyPr/>
        <a:lstStyle/>
        <a:p>
          <a:endParaRPr lang="en-US"/>
        </a:p>
      </dgm:t>
    </dgm:pt>
    <dgm:pt modelId="{0916208A-4D7A-43FD-A043-CBC839C7040E}" type="pres">
      <dgm:prSet presAssocID="{77CE5487-4445-44AF-A419-7EB2861C7D66}" presName="vert0" presStyleCnt="0">
        <dgm:presLayoutVars>
          <dgm:dir/>
          <dgm:animOne val="branch"/>
          <dgm:animLvl val="lvl"/>
        </dgm:presLayoutVars>
      </dgm:prSet>
      <dgm:spPr/>
    </dgm:pt>
    <dgm:pt modelId="{4166968A-1630-403C-982C-69AC3C333B11}" type="pres">
      <dgm:prSet presAssocID="{9FD2D13A-16E6-4829-B4FC-416A19102E44}" presName="thickLine" presStyleLbl="alignNode1" presStyleIdx="0" presStyleCnt="5"/>
      <dgm:spPr/>
    </dgm:pt>
    <dgm:pt modelId="{9693886D-EA1A-41D0-8680-5362BC8ECFCF}" type="pres">
      <dgm:prSet presAssocID="{9FD2D13A-16E6-4829-B4FC-416A19102E44}" presName="horz1" presStyleCnt="0"/>
      <dgm:spPr/>
    </dgm:pt>
    <dgm:pt modelId="{7FC32A47-A13C-4495-9386-8F82827B8C92}" type="pres">
      <dgm:prSet presAssocID="{9FD2D13A-16E6-4829-B4FC-416A19102E44}" presName="tx1" presStyleLbl="revTx" presStyleIdx="0" presStyleCnt="5"/>
      <dgm:spPr/>
    </dgm:pt>
    <dgm:pt modelId="{0BF99451-46D3-4940-84B3-60E4F7CFA72B}" type="pres">
      <dgm:prSet presAssocID="{9FD2D13A-16E6-4829-B4FC-416A19102E44}" presName="vert1" presStyleCnt="0"/>
      <dgm:spPr/>
    </dgm:pt>
    <dgm:pt modelId="{C827E264-BCA2-4915-BF11-9A4F4F5C09B9}" type="pres">
      <dgm:prSet presAssocID="{BB6B378C-15FD-4287-BC3F-D25F89EDD739}" presName="thickLine" presStyleLbl="alignNode1" presStyleIdx="1" presStyleCnt="5"/>
      <dgm:spPr/>
    </dgm:pt>
    <dgm:pt modelId="{D80FA453-3B21-44BC-886A-B8C8EA1E57BD}" type="pres">
      <dgm:prSet presAssocID="{BB6B378C-15FD-4287-BC3F-D25F89EDD739}" presName="horz1" presStyleCnt="0"/>
      <dgm:spPr/>
    </dgm:pt>
    <dgm:pt modelId="{2732D76C-6AB2-4B3C-A1E8-1BE4D90486C2}" type="pres">
      <dgm:prSet presAssocID="{BB6B378C-15FD-4287-BC3F-D25F89EDD739}" presName="tx1" presStyleLbl="revTx" presStyleIdx="1" presStyleCnt="5"/>
      <dgm:spPr/>
    </dgm:pt>
    <dgm:pt modelId="{AFCB69D7-954E-4EB6-8F96-BCBC334D9D63}" type="pres">
      <dgm:prSet presAssocID="{BB6B378C-15FD-4287-BC3F-D25F89EDD739}" presName="vert1" presStyleCnt="0"/>
      <dgm:spPr/>
    </dgm:pt>
    <dgm:pt modelId="{0E285815-A8AC-4B31-9507-12D529CF1081}" type="pres">
      <dgm:prSet presAssocID="{669EBC70-0F90-41D5-8E4F-A065A8AA7AAD}" presName="thickLine" presStyleLbl="alignNode1" presStyleIdx="2" presStyleCnt="5"/>
      <dgm:spPr/>
    </dgm:pt>
    <dgm:pt modelId="{CF660956-E8A2-473F-83DC-5AFB7B3EB679}" type="pres">
      <dgm:prSet presAssocID="{669EBC70-0F90-41D5-8E4F-A065A8AA7AAD}" presName="horz1" presStyleCnt="0"/>
      <dgm:spPr/>
    </dgm:pt>
    <dgm:pt modelId="{A5F0C5E8-8799-4145-B1B0-AC222CFB06B8}" type="pres">
      <dgm:prSet presAssocID="{669EBC70-0F90-41D5-8E4F-A065A8AA7AAD}" presName="tx1" presStyleLbl="revTx" presStyleIdx="2" presStyleCnt="5"/>
      <dgm:spPr/>
    </dgm:pt>
    <dgm:pt modelId="{825ED001-BAA2-41D4-8740-62D9DCA30C28}" type="pres">
      <dgm:prSet presAssocID="{669EBC70-0F90-41D5-8E4F-A065A8AA7AAD}" presName="vert1" presStyleCnt="0"/>
      <dgm:spPr/>
    </dgm:pt>
    <dgm:pt modelId="{379FE66E-0B19-493C-9AF0-C224CD7F71D7}" type="pres">
      <dgm:prSet presAssocID="{576FFA45-5282-438D-B40D-5D19F82E50F4}" presName="thickLine" presStyleLbl="alignNode1" presStyleIdx="3" presStyleCnt="5"/>
      <dgm:spPr/>
    </dgm:pt>
    <dgm:pt modelId="{9393CB3F-D03F-4DFD-8654-0F00F95D7561}" type="pres">
      <dgm:prSet presAssocID="{576FFA45-5282-438D-B40D-5D19F82E50F4}" presName="horz1" presStyleCnt="0"/>
      <dgm:spPr/>
    </dgm:pt>
    <dgm:pt modelId="{C909D8AE-5CF5-47E2-BDC0-070AF3678EF9}" type="pres">
      <dgm:prSet presAssocID="{576FFA45-5282-438D-B40D-5D19F82E50F4}" presName="tx1" presStyleLbl="revTx" presStyleIdx="3" presStyleCnt="5"/>
      <dgm:spPr/>
    </dgm:pt>
    <dgm:pt modelId="{DE2C476D-0847-40CE-8141-4A404D4C7D89}" type="pres">
      <dgm:prSet presAssocID="{576FFA45-5282-438D-B40D-5D19F82E50F4}" presName="vert1" presStyleCnt="0"/>
      <dgm:spPr/>
    </dgm:pt>
    <dgm:pt modelId="{79FEC5C0-CAE1-41C4-A424-23E0FD14A0E9}" type="pres">
      <dgm:prSet presAssocID="{E3BAEED4-4DBA-4DAE-B49B-0CFAEDF994A5}" presName="thickLine" presStyleLbl="alignNode1" presStyleIdx="4" presStyleCnt="5"/>
      <dgm:spPr/>
    </dgm:pt>
    <dgm:pt modelId="{2CC32F84-A0BE-471C-9159-F72E05A35A07}" type="pres">
      <dgm:prSet presAssocID="{E3BAEED4-4DBA-4DAE-B49B-0CFAEDF994A5}" presName="horz1" presStyleCnt="0"/>
      <dgm:spPr/>
    </dgm:pt>
    <dgm:pt modelId="{8E569512-A3AE-402C-8DD4-AF073C108400}" type="pres">
      <dgm:prSet presAssocID="{E3BAEED4-4DBA-4DAE-B49B-0CFAEDF994A5}" presName="tx1" presStyleLbl="revTx" presStyleIdx="4" presStyleCnt="5"/>
      <dgm:spPr/>
    </dgm:pt>
    <dgm:pt modelId="{2F822DC1-BB47-45FD-BC1B-C807FB9B3D6E}" type="pres">
      <dgm:prSet presAssocID="{E3BAEED4-4DBA-4DAE-B49B-0CFAEDF994A5}" presName="vert1" presStyleCnt="0"/>
      <dgm:spPr/>
    </dgm:pt>
  </dgm:ptLst>
  <dgm:cxnLst>
    <dgm:cxn modelId="{722A430C-552F-4A24-B928-268A0FB04C73}" type="presOf" srcId="{9FD2D13A-16E6-4829-B4FC-416A19102E44}" destId="{7FC32A47-A13C-4495-9386-8F82827B8C92}" srcOrd="0" destOrd="0" presId="urn:microsoft.com/office/officeart/2008/layout/LinedList"/>
    <dgm:cxn modelId="{5F530B76-6B7C-4845-AC7E-58253564F31C}" srcId="{77CE5487-4445-44AF-A419-7EB2861C7D66}" destId="{BB6B378C-15FD-4287-BC3F-D25F89EDD739}" srcOrd="1" destOrd="0" parTransId="{A9EA529E-77E2-4F9C-8F05-F221DD0F0BCC}" sibTransId="{275E737A-C39F-41F2-B361-12968014423A}"/>
    <dgm:cxn modelId="{6923C38E-709E-4940-A8A3-1C47BC99B051}" srcId="{77CE5487-4445-44AF-A419-7EB2861C7D66}" destId="{9FD2D13A-16E6-4829-B4FC-416A19102E44}" srcOrd="0" destOrd="0" parTransId="{2130402E-9D6F-4EFB-BF83-3D6162D42DB0}" sibTransId="{6B413F01-23BB-4E45-A997-5EEF4AF576A3}"/>
    <dgm:cxn modelId="{BC1D008F-6223-4B06-AB73-C31B1D07035D}" type="presOf" srcId="{77CE5487-4445-44AF-A419-7EB2861C7D66}" destId="{0916208A-4D7A-43FD-A043-CBC839C7040E}" srcOrd="0" destOrd="0" presId="urn:microsoft.com/office/officeart/2008/layout/LinedList"/>
    <dgm:cxn modelId="{55FE4294-3D61-4B38-9F31-EF78D102BFB5}" srcId="{77CE5487-4445-44AF-A419-7EB2861C7D66}" destId="{576FFA45-5282-438D-B40D-5D19F82E50F4}" srcOrd="3" destOrd="0" parTransId="{09A714B5-FACA-4313-885B-252CFE1E62D2}" sibTransId="{97ADCDE5-51B5-4FC3-8233-27BAE269CADF}"/>
    <dgm:cxn modelId="{6705F4AC-0595-4F06-88FB-68A2B4382C9C}" type="presOf" srcId="{E3BAEED4-4DBA-4DAE-B49B-0CFAEDF994A5}" destId="{8E569512-A3AE-402C-8DD4-AF073C108400}" srcOrd="0" destOrd="0" presId="urn:microsoft.com/office/officeart/2008/layout/LinedList"/>
    <dgm:cxn modelId="{987F60B5-4E76-4800-9C7C-CAC154D17A72}" srcId="{77CE5487-4445-44AF-A419-7EB2861C7D66}" destId="{669EBC70-0F90-41D5-8E4F-A065A8AA7AAD}" srcOrd="2" destOrd="0" parTransId="{380E8E86-5818-414B-B83F-4312E6C0E61C}" sibTransId="{88DB4BD4-6EC0-4A07-8C22-22FE4B90320B}"/>
    <dgm:cxn modelId="{A1A8CCB9-FC7C-4BEE-93F9-E0538F0550AE}" type="presOf" srcId="{576FFA45-5282-438D-B40D-5D19F82E50F4}" destId="{C909D8AE-5CF5-47E2-BDC0-070AF3678EF9}" srcOrd="0" destOrd="0" presId="urn:microsoft.com/office/officeart/2008/layout/LinedList"/>
    <dgm:cxn modelId="{B9FE05BC-8BF6-4D87-A5E1-0DFBA67C35D2}" srcId="{77CE5487-4445-44AF-A419-7EB2861C7D66}" destId="{E3BAEED4-4DBA-4DAE-B49B-0CFAEDF994A5}" srcOrd="4" destOrd="0" parTransId="{79EED399-847A-438C-8830-C736486DC10F}" sibTransId="{19FBB103-0E7A-40DF-AD8A-E9C289D3C8B8}"/>
    <dgm:cxn modelId="{9BB056BD-5AAD-4227-89D5-E1BFD87BD66B}" type="presOf" srcId="{BB6B378C-15FD-4287-BC3F-D25F89EDD739}" destId="{2732D76C-6AB2-4B3C-A1E8-1BE4D90486C2}" srcOrd="0" destOrd="0" presId="urn:microsoft.com/office/officeart/2008/layout/LinedList"/>
    <dgm:cxn modelId="{2864DEFB-6ACC-4785-B906-D03CF381A421}" type="presOf" srcId="{669EBC70-0F90-41D5-8E4F-A065A8AA7AAD}" destId="{A5F0C5E8-8799-4145-B1B0-AC222CFB06B8}" srcOrd="0" destOrd="0" presId="urn:microsoft.com/office/officeart/2008/layout/LinedList"/>
    <dgm:cxn modelId="{A6891400-664F-49B2-9A4B-3C52FC833A08}" type="presParOf" srcId="{0916208A-4D7A-43FD-A043-CBC839C7040E}" destId="{4166968A-1630-403C-982C-69AC3C333B11}" srcOrd="0" destOrd="0" presId="urn:microsoft.com/office/officeart/2008/layout/LinedList"/>
    <dgm:cxn modelId="{2CAA735D-FDB5-4184-B3F2-6B26EFD90F07}" type="presParOf" srcId="{0916208A-4D7A-43FD-A043-CBC839C7040E}" destId="{9693886D-EA1A-41D0-8680-5362BC8ECFCF}" srcOrd="1" destOrd="0" presId="urn:microsoft.com/office/officeart/2008/layout/LinedList"/>
    <dgm:cxn modelId="{BB9619F0-4E8A-475B-B2E5-DC9FD8D8DF6C}" type="presParOf" srcId="{9693886D-EA1A-41D0-8680-5362BC8ECFCF}" destId="{7FC32A47-A13C-4495-9386-8F82827B8C92}" srcOrd="0" destOrd="0" presId="urn:microsoft.com/office/officeart/2008/layout/LinedList"/>
    <dgm:cxn modelId="{BFD448FA-B04F-41D1-9504-A5A93D714BAE}" type="presParOf" srcId="{9693886D-EA1A-41D0-8680-5362BC8ECFCF}" destId="{0BF99451-46D3-4940-84B3-60E4F7CFA72B}" srcOrd="1" destOrd="0" presId="urn:microsoft.com/office/officeart/2008/layout/LinedList"/>
    <dgm:cxn modelId="{75739758-1987-47B5-AF4D-7EF1D2C1234B}" type="presParOf" srcId="{0916208A-4D7A-43FD-A043-CBC839C7040E}" destId="{C827E264-BCA2-4915-BF11-9A4F4F5C09B9}" srcOrd="2" destOrd="0" presId="urn:microsoft.com/office/officeart/2008/layout/LinedList"/>
    <dgm:cxn modelId="{062B6E34-AC13-4A8B-B22D-A545BAA5BEC2}" type="presParOf" srcId="{0916208A-4D7A-43FD-A043-CBC839C7040E}" destId="{D80FA453-3B21-44BC-886A-B8C8EA1E57BD}" srcOrd="3" destOrd="0" presId="urn:microsoft.com/office/officeart/2008/layout/LinedList"/>
    <dgm:cxn modelId="{20E65AE9-97A7-401D-9D3A-DC7EEB2D8D57}" type="presParOf" srcId="{D80FA453-3B21-44BC-886A-B8C8EA1E57BD}" destId="{2732D76C-6AB2-4B3C-A1E8-1BE4D90486C2}" srcOrd="0" destOrd="0" presId="urn:microsoft.com/office/officeart/2008/layout/LinedList"/>
    <dgm:cxn modelId="{A9D4BBF1-D885-418B-BD70-8138FF9EBF31}" type="presParOf" srcId="{D80FA453-3B21-44BC-886A-B8C8EA1E57BD}" destId="{AFCB69D7-954E-4EB6-8F96-BCBC334D9D63}" srcOrd="1" destOrd="0" presId="urn:microsoft.com/office/officeart/2008/layout/LinedList"/>
    <dgm:cxn modelId="{5260D446-6C60-4D34-8B5A-ABECEB14446E}" type="presParOf" srcId="{0916208A-4D7A-43FD-A043-CBC839C7040E}" destId="{0E285815-A8AC-4B31-9507-12D529CF1081}" srcOrd="4" destOrd="0" presId="urn:microsoft.com/office/officeart/2008/layout/LinedList"/>
    <dgm:cxn modelId="{9BF5CBBF-8006-4420-8DDC-59CBEE9358EB}" type="presParOf" srcId="{0916208A-4D7A-43FD-A043-CBC839C7040E}" destId="{CF660956-E8A2-473F-83DC-5AFB7B3EB679}" srcOrd="5" destOrd="0" presId="urn:microsoft.com/office/officeart/2008/layout/LinedList"/>
    <dgm:cxn modelId="{A19F1DA3-D4F7-4D07-A000-0169088C3743}" type="presParOf" srcId="{CF660956-E8A2-473F-83DC-5AFB7B3EB679}" destId="{A5F0C5E8-8799-4145-B1B0-AC222CFB06B8}" srcOrd="0" destOrd="0" presId="urn:microsoft.com/office/officeart/2008/layout/LinedList"/>
    <dgm:cxn modelId="{734568BD-D8AC-4AB3-A238-DB07E58C67B6}" type="presParOf" srcId="{CF660956-E8A2-473F-83DC-5AFB7B3EB679}" destId="{825ED001-BAA2-41D4-8740-62D9DCA30C28}" srcOrd="1" destOrd="0" presId="urn:microsoft.com/office/officeart/2008/layout/LinedList"/>
    <dgm:cxn modelId="{90934FEF-18A0-467F-BE0F-57C2F6ED8E7B}" type="presParOf" srcId="{0916208A-4D7A-43FD-A043-CBC839C7040E}" destId="{379FE66E-0B19-493C-9AF0-C224CD7F71D7}" srcOrd="6" destOrd="0" presId="urn:microsoft.com/office/officeart/2008/layout/LinedList"/>
    <dgm:cxn modelId="{A4030110-76B4-4574-9B44-3286A672D305}" type="presParOf" srcId="{0916208A-4D7A-43FD-A043-CBC839C7040E}" destId="{9393CB3F-D03F-4DFD-8654-0F00F95D7561}" srcOrd="7" destOrd="0" presId="urn:microsoft.com/office/officeart/2008/layout/LinedList"/>
    <dgm:cxn modelId="{E256678A-1C97-474C-BB1E-99C7A105F427}" type="presParOf" srcId="{9393CB3F-D03F-4DFD-8654-0F00F95D7561}" destId="{C909D8AE-5CF5-47E2-BDC0-070AF3678EF9}" srcOrd="0" destOrd="0" presId="urn:microsoft.com/office/officeart/2008/layout/LinedList"/>
    <dgm:cxn modelId="{A33BFBD3-29F1-4256-BA66-D4AC01355533}" type="presParOf" srcId="{9393CB3F-D03F-4DFD-8654-0F00F95D7561}" destId="{DE2C476D-0847-40CE-8141-4A404D4C7D89}" srcOrd="1" destOrd="0" presId="urn:microsoft.com/office/officeart/2008/layout/LinedList"/>
    <dgm:cxn modelId="{9912E738-ABF7-4CC6-84E9-A74B26A050B4}" type="presParOf" srcId="{0916208A-4D7A-43FD-A043-CBC839C7040E}" destId="{79FEC5C0-CAE1-41C4-A424-23E0FD14A0E9}" srcOrd="8" destOrd="0" presId="urn:microsoft.com/office/officeart/2008/layout/LinedList"/>
    <dgm:cxn modelId="{81A2AC0C-269E-4D79-87E8-30975022D73E}" type="presParOf" srcId="{0916208A-4D7A-43FD-A043-CBC839C7040E}" destId="{2CC32F84-A0BE-471C-9159-F72E05A35A07}" srcOrd="9" destOrd="0" presId="urn:microsoft.com/office/officeart/2008/layout/LinedList"/>
    <dgm:cxn modelId="{B65F3B18-168A-49E2-8E62-6499905D15AB}" type="presParOf" srcId="{2CC32F84-A0BE-471C-9159-F72E05A35A07}" destId="{8E569512-A3AE-402C-8DD4-AF073C108400}" srcOrd="0" destOrd="0" presId="urn:microsoft.com/office/officeart/2008/layout/LinedList"/>
    <dgm:cxn modelId="{E531212F-2B85-46BD-A7A7-9FF9486F8211}" type="presParOf" srcId="{2CC32F84-A0BE-471C-9159-F72E05A35A07}" destId="{2F822DC1-BB47-45FD-BC1B-C807FB9B3D6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DEE0E4B-02C4-46F5-8881-E8AAC9F9D53B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AC936909-B236-4742-AD0C-AB3335E0A207}">
      <dgm:prSet/>
      <dgm:spPr/>
      <dgm:t>
        <a:bodyPr/>
        <a:lstStyle/>
        <a:p>
          <a:r>
            <a:rPr lang="en-US"/>
            <a:t>Schema is a logical grouping of database objects</a:t>
          </a:r>
        </a:p>
      </dgm:t>
    </dgm:pt>
    <dgm:pt modelId="{32243937-EF16-489B-AB19-C680B1B93BF5}" type="parTrans" cxnId="{54BB526F-FBE1-41EB-B9DC-2BCB94116FFC}">
      <dgm:prSet/>
      <dgm:spPr/>
      <dgm:t>
        <a:bodyPr/>
        <a:lstStyle/>
        <a:p>
          <a:endParaRPr lang="en-US"/>
        </a:p>
      </dgm:t>
    </dgm:pt>
    <dgm:pt modelId="{17D506DD-46AB-4651-AE7F-BD800CAB38B4}" type="sibTrans" cxnId="{54BB526F-FBE1-41EB-B9DC-2BCB94116FFC}">
      <dgm:prSet/>
      <dgm:spPr/>
      <dgm:t>
        <a:bodyPr/>
        <a:lstStyle/>
        <a:p>
          <a:endParaRPr lang="en-US"/>
        </a:p>
      </dgm:t>
    </dgm:pt>
    <dgm:pt modelId="{676A2EE8-91F6-4751-AA91-20B0D33B2A25}">
      <dgm:prSet/>
      <dgm:spPr/>
      <dgm:t>
        <a:bodyPr/>
        <a:lstStyle/>
        <a:p>
          <a:r>
            <a:rPr lang="en-US"/>
            <a:t>Helps organize data and avoid conflicts</a:t>
          </a:r>
        </a:p>
      </dgm:t>
    </dgm:pt>
    <dgm:pt modelId="{38E6726B-BA19-433E-A669-EE8B56562F30}" type="parTrans" cxnId="{55230D1F-720F-437C-B95C-B7E9AE6A596B}">
      <dgm:prSet/>
      <dgm:spPr/>
      <dgm:t>
        <a:bodyPr/>
        <a:lstStyle/>
        <a:p>
          <a:endParaRPr lang="en-US"/>
        </a:p>
      </dgm:t>
    </dgm:pt>
    <dgm:pt modelId="{B79FF09A-0EA3-42AB-8B46-DD68D6719891}" type="sibTrans" cxnId="{55230D1F-720F-437C-B95C-B7E9AE6A596B}">
      <dgm:prSet/>
      <dgm:spPr/>
      <dgm:t>
        <a:bodyPr/>
        <a:lstStyle/>
        <a:p>
          <a:endParaRPr lang="en-US"/>
        </a:p>
      </dgm:t>
    </dgm:pt>
    <dgm:pt modelId="{D65D9ED9-6235-4AD5-AF45-E31E1A62F3C2}">
      <dgm:prSet/>
      <dgm:spPr/>
      <dgm:t>
        <a:bodyPr/>
        <a:lstStyle/>
        <a:p>
          <a:r>
            <a:rPr lang="en-US"/>
            <a:t>Improves security and access control</a:t>
          </a:r>
        </a:p>
      </dgm:t>
    </dgm:pt>
    <dgm:pt modelId="{E6A52191-08A6-4262-9A9F-9E4E5450CB90}" type="parTrans" cxnId="{F18A77F9-9291-4BD4-8700-1FEFFCE5524A}">
      <dgm:prSet/>
      <dgm:spPr/>
      <dgm:t>
        <a:bodyPr/>
        <a:lstStyle/>
        <a:p>
          <a:endParaRPr lang="en-US"/>
        </a:p>
      </dgm:t>
    </dgm:pt>
    <dgm:pt modelId="{623D6C43-DFD2-4D33-8F75-FC4C1FD1B1F1}" type="sibTrans" cxnId="{F18A77F9-9291-4BD4-8700-1FEFFCE5524A}">
      <dgm:prSet/>
      <dgm:spPr/>
      <dgm:t>
        <a:bodyPr/>
        <a:lstStyle/>
        <a:p>
          <a:endParaRPr lang="en-US"/>
        </a:p>
      </dgm:t>
    </dgm:pt>
    <dgm:pt modelId="{1E27B798-F9A9-4759-AAFD-2135A46F9630}">
      <dgm:prSet/>
      <dgm:spPr/>
      <dgm:t>
        <a:bodyPr/>
        <a:lstStyle/>
        <a:p>
          <a:r>
            <a:rPr lang="en-US"/>
            <a:t>Common practice in enterprise projects</a:t>
          </a:r>
        </a:p>
      </dgm:t>
    </dgm:pt>
    <dgm:pt modelId="{F829C855-AA77-4E1D-AC10-A0C7AD8112B6}" type="parTrans" cxnId="{11499F41-122B-4000-8834-F3371E572294}">
      <dgm:prSet/>
      <dgm:spPr/>
      <dgm:t>
        <a:bodyPr/>
        <a:lstStyle/>
        <a:p>
          <a:endParaRPr lang="en-US"/>
        </a:p>
      </dgm:t>
    </dgm:pt>
    <dgm:pt modelId="{75AEA28B-4281-41B5-82B9-9EA3CA0AD7F2}" type="sibTrans" cxnId="{11499F41-122B-4000-8834-F3371E572294}">
      <dgm:prSet/>
      <dgm:spPr/>
      <dgm:t>
        <a:bodyPr/>
        <a:lstStyle/>
        <a:p>
          <a:endParaRPr lang="en-US"/>
        </a:p>
      </dgm:t>
    </dgm:pt>
    <dgm:pt modelId="{2A13143A-DC6E-4CA5-879D-CD33B5B1FD88}" type="pres">
      <dgm:prSet presAssocID="{4DEE0E4B-02C4-46F5-8881-E8AAC9F9D53B}" presName="vert0" presStyleCnt="0">
        <dgm:presLayoutVars>
          <dgm:dir/>
          <dgm:animOne val="branch"/>
          <dgm:animLvl val="lvl"/>
        </dgm:presLayoutVars>
      </dgm:prSet>
      <dgm:spPr/>
    </dgm:pt>
    <dgm:pt modelId="{63AECCC6-4987-4097-9587-C2690C129F6F}" type="pres">
      <dgm:prSet presAssocID="{AC936909-B236-4742-AD0C-AB3335E0A207}" presName="thickLine" presStyleLbl="alignNode1" presStyleIdx="0" presStyleCnt="4"/>
      <dgm:spPr/>
    </dgm:pt>
    <dgm:pt modelId="{DD53DF80-906A-476C-85FD-3D052705033B}" type="pres">
      <dgm:prSet presAssocID="{AC936909-B236-4742-AD0C-AB3335E0A207}" presName="horz1" presStyleCnt="0"/>
      <dgm:spPr/>
    </dgm:pt>
    <dgm:pt modelId="{93C6A6B6-E905-49EF-8FBC-A3EC4DBB534F}" type="pres">
      <dgm:prSet presAssocID="{AC936909-B236-4742-AD0C-AB3335E0A207}" presName="tx1" presStyleLbl="revTx" presStyleIdx="0" presStyleCnt="4"/>
      <dgm:spPr/>
    </dgm:pt>
    <dgm:pt modelId="{332A9587-766B-4632-9CB3-46F843483403}" type="pres">
      <dgm:prSet presAssocID="{AC936909-B236-4742-AD0C-AB3335E0A207}" presName="vert1" presStyleCnt="0"/>
      <dgm:spPr/>
    </dgm:pt>
    <dgm:pt modelId="{AFA80E96-D575-477E-BD02-7D753B31216A}" type="pres">
      <dgm:prSet presAssocID="{676A2EE8-91F6-4751-AA91-20B0D33B2A25}" presName="thickLine" presStyleLbl="alignNode1" presStyleIdx="1" presStyleCnt="4"/>
      <dgm:spPr/>
    </dgm:pt>
    <dgm:pt modelId="{819CEB9D-1660-4ECB-8109-3221C13FD32C}" type="pres">
      <dgm:prSet presAssocID="{676A2EE8-91F6-4751-AA91-20B0D33B2A25}" presName="horz1" presStyleCnt="0"/>
      <dgm:spPr/>
    </dgm:pt>
    <dgm:pt modelId="{9D6A64B6-A86E-4BE0-B081-F1D5E0317FEA}" type="pres">
      <dgm:prSet presAssocID="{676A2EE8-91F6-4751-AA91-20B0D33B2A25}" presName="tx1" presStyleLbl="revTx" presStyleIdx="1" presStyleCnt="4"/>
      <dgm:spPr/>
    </dgm:pt>
    <dgm:pt modelId="{096B909C-F00B-4105-8269-8CBAC2AB7EC0}" type="pres">
      <dgm:prSet presAssocID="{676A2EE8-91F6-4751-AA91-20B0D33B2A25}" presName="vert1" presStyleCnt="0"/>
      <dgm:spPr/>
    </dgm:pt>
    <dgm:pt modelId="{C237A305-84C9-4C1B-8336-D6CF4B30E752}" type="pres">
      <dgm:prSet presAssocID="{D65D9ED9-6235-4AD5-AF45-E31E1A62F3C2}" presName="thickLine" presStyleLbl="alignNode1" presStyleIdx="2" presStyleCnt="4"/>
      <dgm:spPr/>
    </dgm:pt>
    <dgm:pt modelId="{45B05ED1-2713-41CB-B642-29419F7DB2F1}" type="pres">
      <dgm:prSet presAssocID="{D65D9ED9-6235-4AD5-AF45-E31E1A62F3C2}" presName="horz1" presStyleCnt="0"/>
      <dgm:spPr/>
    </dgm:pt>
    <dgm:pt modelId="{CF1D7DDF-B073-46E0-8896-3CD7E0B593E8}" type="pres">
      <dgm:prSet presAssocID="{D65D9ED9-6235-4AD5-AF45-E31E1A62F3C2}" presName="tx1" presStyleLbl="revTx" presStyleIdx="2" presStyleCnt="4"/>
      <dgm:spPr/>
    </dgm:pt>
    <dgm:pt modelId="{69DF7DFE-9CB0-4712-8EA6-CE700C86F053}" type="pres">
      <dgm:prSet presAssocID="{D65D9ED9-6235-4AD5-AF45-E31E1A62F3C2}" presName="vert1" presStyleCnt="0"/>
      <dgm:spPr/>
    </dgm:pt>
    <dgm:pt modelId="{74AC5923-4F89-4010-B7CE-B5AFC712BDD1}" type="pres">
      <dgm:prSet presAssocID="{1E27B798-F9A9-4759-AAFD-2135A46F9630}" presName="thickLine" presStyleLbl="alignNode1" presStyleIdx="3" presStyleCnt="4"/>
      <dgm:spPr/>
    </dgm:pt>
    <dgm:pt modelId="{663EC1F3-B467-4C8B-A45F-44AB09656D5E}" type="pres">
      <dgm:prSet presAssocID="{1E27B798-F9A9-4759-AAFD-2135A46F9630}" presName="horz1" presStyleCnt="0"/>
      <dgm:spPr/>
    </dgm:pt>
    <dgm:pt modelId="{95DA9009-E7DB-4D93-8FD2-0488A39F90FD}" type="pres">
      <dgm:prSet presAssocID="{1E27B798-F9A9-4759-AAFD-2135A46F9630}" presName="tx1" presStyleLbl="revTx" presStyleIdx="3" presStyleCnt="4"/>
      <dgm:spPr/>
    </dgm:pt>
    <dgm:pt modelId="{AA541BF3-E4FD-4E1F-869F-6F55100D0437}" type="pres">
      <dgm:prSet presAssocID="{1E27B798-F9A9-4759-AAFD-2135A46F9630}" presName="vert1" presStyleCnt="0"/>
      <dgm:spPr/>
    </dgm:pt>
  </dgm:ptLst>
  <dgm:cxnLst>
    <dgm:cxn modelId="{55230D1F-720F-437C-B95C-B7E9AE6A596B}" srcId="{4DEE0E4B-02C4-46F5-8881-E8AAC9F9D53B}" destId="{676A2EE8-91F6-4751-AA91-20B0D33B2A25}" srcOrd="1" destOrd="0" parTransId="{38E6726B-BA19-433E-A669-EE8B56562F30}" sibTransId="{B79FF09A-0EA3-42AB-8B46-DD68D6719891}"/>
    <dgm:cxn modelId="{9454FB39-779A-41A3-B255-7D3EF22C624C}" type="presOf" srcId="{4DEE0E4B-02C4-46F5-8881-E8AAC9F9D53B}" destId="{2A13143A-DC6E-4CA5-879D-CD33B5B1FD88}" srcOrd="0" destOrd="0" presId="urn:microsoft.com/office/officeart/2008/layout/LinedList"/>
    <dgm:cxn modelId="{11499F41-122B-4000-8834-F3371E572294}" srcId="{4DEE0E4B-02C4-46F5-8881-E8AAC9F9D53B}" destId="{1E27B798-F9A9-4759-AAFD-2135A46F9630}" srcOrd="3" destOrd="0" parTransId="{F829C855-AA77-4E1D-AC10-A0C7AD8112B6}" sibTransId="{75AEA28B-4281-41B5-82B9-9EA3CA0AD7F2}"/>
    <dgm:cxn modelId="{CF044242-C8B6-4825-9889-8752999F3CF4}" type="presOf" srcId="{676A2EE8-91F6-4751-AA91-20B0D33B2A25}" destId="{9D6A64B6-A86E-4BE0-B081-F1D5E0317FEA}" srcOrd="0" destOrd="0" presId="urn:microsoft.com/office/officeart/2008/layout/LinedList"/>
    <dgm:cxn modelId="{51AA8862-5B0E-43CB-866F-1D7E278D6857}" type="presOf" srcId="{D65D9ED9-6235-4AD5-AF45-E31E1A62F3C2}" destId="{CF1D7DDF-B073-46E0-8896-3CD7E0B593E8}" srcOrd="0" destOrd="0" presId="urn:microsoft.com/office/officeart/2008/layout/LinedList"/>
    <dgm:cxn modelId="{54BB526F-FBE1-41EB-B9DC-2BCB94116FFC}" srcId="{4DEE0E4B-02C4-46F5-8881-E8AAC9F9D53B}" destId="{AC936909-B236-4742-AD0C-AB3335E0A207}" srcOrd="0" destOrd="0" parTransId="{32243937-EF16-489B-AB19-C680B1B93BF5}" sibTransId="{17D506DD-46AB-4651-AE7F-BD800CAB38B4}"/>
    <dgm:cxn modelId="{D36A2AAC-41AE-46FC-92A2-1906DB527BDE}" type="presOf" srcId="{1E27B798-F9A9-4759-AAFD-2135A46F9630}" destId="{95DA9009-E7DB-4D93-8FD2-0488A39F90FD}" srcOrd="0" destOrd="0" presId="urn:microsoft.com/office/officeart/2008/layout/LinedList"/>
    <dgm:cxn modelId="{E02BE5C6-CBC7-449F-ADE1-3DA825E91506}" type="presOf" srcId="{AC936909-B236-4742-AD0C-AB3335E0A207}" destId="{93C6A6B6-E905-49EF-8FBC-A3EC4DBB534F}" srcOrd="0" destOrd="0" presId="urn:microsoft.com/office/officeart/2008/layout/LinedList"/>
    <dgm:cxn modelId="{F18A77F9-9291-4BD4-8700-1FEFFCE5524A}" srcId="{4DEE0E4B-02C4-46F5-8881-E8AAC9F9D53B}" destId="{D65D9ED9-6235-4AD5-AF45-E31E1A62F3C2}" srcOrd="2" destOrd="0" parTransId="{E6A52191-08A6-4262-9A9F-9E4E5450CB90}" sibTransId="{623D6C43-DFD2-4D33-8F75-FC4C1FD1B1F1}"/>
    <dgm:cxn modelId="{84DBFFD9-4B9D-4526-B69D-6FCE87093BF2}" type="presParOf" srcId="{2A13143A-DC6E-4CA5-879D-CD33B5B1FD88}" destId="{63AECCC6-4987-4097-9587-C2690C129F6F}" srcOrd="0" destOrd="0" presId="urn:microsoft.com/office/officeart/2008/layout/LinedList"/>
    <dgm:cxn modelId="{672F5D3F-165D-468C-818A-53A07F7B0F79}" type="presParOf" srcId="{2A13143A-DC6E-4CA5-879D-CD33B5B1FD88}" destId="{DD53DF80-906A-476C-85FD-3D052705033B}" srcOrd="1" destOrd="0" presId="urn:microsoft.com/office/officeart/2008/layout/LinedList"/>
    <dgm:cxn modelId="{48F67849-C423-4B11-A62C-44186D1EC7BB}" type="presParOf" srcId="{DD53DF80-906A-476C-85FD-3D052705033B}" destId="{93C6A6B6-E905-49EF-8FBC-A3EC4DBB534F}" srcOrd="0" destOrd="0" presId="urn:microsoft.com/office/officeart/2008/layout/LinedList"/>
    <dgm:cxn modelId="{1B5A141D-2A33-4900-A213-E620247E3A65}" type="presParOf" srcId="{DD53DF80-906A-476C-85FD-3D052705033B}" destId="{332A9587-766B-4632-9CB3-46F843483403}" srcOrd="1" destOrd="0" presId="urn:microsoft.com/office/officeart/2008/layout/LinedList"/>
    <dgm:cxn modelId="{3CB34372-545B-48E7-A5E0-DA115B2EE032}" type="presParOf" srcId="{2A13143A-DC6E-4CA5-879D-CD33B5B1FD88}" destId="{AFA80E96-D575-477E-BD02-7D753B31216A}" srcOrd="2" destOrd="0" presId="urn:microsoft.com/office/officeart/2008/layout/LinedList"/>
    <dgm:cxn modelId="{81E04B0D-FC7E-4FF8-AA2A-3033621F4094}" type="presParOf" srcId="{2A13143A-DC6E-4CA5-879D-CD33B5B1FD88}" destId="{819CEB9D-1660-4ECB-8109-3221C13FD32C}" srcOrd="3" destOrd="0" presId="urn:microsoft.com/office/officeart/2008/layout/LinedList"/>
    <dgm:cxn modelId="{7C5556F9-6A77-42B8-B1FB-09FC606CE8B9}" type="presParOf" srcId="{819CEB9D-1660-4ECB-8109-3221C13FD32C}" destId="{9D6A64B6-A86E-4BE0-B081-F1D5E0317FEA}" srcOrd="0" destOrd="0" presId="urn:microsoft.com/office/officeart/2008/layout/LinedList"/>
    <dgm:cxn modelId="{13809916-A3A6-4200-85AF-56E3FD387644}" type="presParOf" srcId="{819CEB9D-1660-4ECB-8109-3221C13FD32C}" destId="{096B909C-F00B-4105-8269-8CBAC2AB7EC0}" srcOrd="1" destOrd="0" presId="urn:microsoft.com/office/officeart/2008/layout/LinedList"/>
    <dgm:cxn modelId="{CF4121F7-E060-4875-BA8B-874D6BC6FA16}" type="presParOf" srcId="{2A13143A-DC6E-4CA5-879D-CD33B5B1FD88}" destId="{C237A305-84C9-4C1B-8336-D6CF4B30E752}" srcOrd="4" destOrd="0" presId="urn:microsoft.com/office/officeart/2008/layout/LinedList"/>
    <dgm:cxn modelId="{C64250B3-1026-48CB-A5EA-7B7950DF4B0E}" type="presParOf" srcId="{2A13143A-DC6E-4CA5-879D-CD33B5B1FD88}" destId="{45B05ED1-2713-41CB-B642-29419F7DB2F1}" srcOrd="5" destOrd="0" presId="urn:microsoft.com/office/officeart/2008/layout/LinedList"/>
    <dgm:cxn modelId="{847E4B95-FB27-40C1-B444-587A9DF179E7}" type="presParOf" srcId="{45B05ED1-2713-41CB-B642-29419F7DB2F1}" destId="{CF1D7DDF-B073-46E0-8896-3CD7E0B593E8}" srcOrd="0" destOrd="0" presId="urn:microsoft.com/office/officeart/2008/layout/LinedList"/>
    <dgm:cxn modelId="{547CA86E-45E3-4FB3-9219-F9E2710FB37F}" type="presParOf" srcId="{45B05ED1-2713-41CB-B642-29419F7DB2F1}" destId="{69DF7DFE-9CB0-4712-8EA6-CE700C86F053}" srcOrd="1" destOrd="0" presId="urn:microsoft.com/office/officeart/2008/layout/LinedList"/>
    <dgm:cxn modelId="{F8D4CEDD-AA3C-40C1-96E2-37DA3D14E5E1}" type="presParOf" srcId="{2A13143A-DC6E-4CA5-879D-CD33B5B1FD88}" destId="{74AC5923-4F89-4010-B7CE-B5AFC712BDD1}" srcOrd="6" destOrd="0" presId="urn:microsoft.com/office/officeart/2008/layout/LinedList"/>
    <dgm:cxn modelId="{C1D2B405-C4B3-4C54-97DC-530C36F2FEE7}" type="presParOf" srcId="{2A13143A-DC6E-4CA5-879D-CD33B5B1FD88}" destId="{663EC1F3-B467-4C8B-A45F-44AB09656D5E}" srcOrd="7" destOrd="0" presId="urn:microsoft.com/office/officeart/2008/layout/LinedList"/>
    <dgm:cxn modelId="{5EFAD0C6-4630-4FAC-A275-40CCC8F66C7E}" type="presParOf" srcId="{663EC1F3-B467-4C8B-A45F-44AB09656D5E}" destId="{95DA9009-E7DB-4D93-8FD2-0488A39F90FD}" srcOrd="0" destOrd="0" presId="urn:microsoft.com/office/officeart/2008/layout/LinedList"/>
    <dgm:cxn modelId="{0CD5D3C8-D8CD-4D7A-86D1-9C4D83844327}" type="presParOf" srcId="{663EC1F3-B467-4C8B-A45F-44AB09656D5E}" destId="{AA541BF3-E4FD-4E1F-869F-6F55100D043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D3AAD29-BCC1-483E-800E-BC6319553A00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C36C11E-576C-433E-9DB1-6611B5EA11BA}">
      <dgm:prSet/>
      <dgm:spPr/>
      <dgm:t>
        <a:bodyPr/>
        <a:lstStyle/>
        <a:p>
          <a:r>
            <a:rPr lang="en-US"/>
            <a:t>Table stores actual business data</a:t>
          </a:r>
        </a:p>
      </dgm:t>
    </dgm:pt>
    <dgm:pt modelId="{2E7BF9E0-EE6E-4802-A37C-2B6A508F7BAF}" type="parTrans" cxnId="{2DBE23BA-1CDE-4E7F-8DEE-347EC5762E16}">
      <dgm:prSet/>
      <dgm:spPr/>
      <dgm:t>
        <a:bodyPr/>
        <a:lstStyle/>
        <a:p>
          <a:endParaRPr lang="en-US"/>
        </a:p>
      </dgm:t>
    </dgm:pt>
    <dgm:pt modelId="{2A201525-A073-4D72-BE88-C826B676FAF0}" type="sibTrans" cxnId="{2DBE23BA-1CDE-4E7F-8DEE-347EC5762E16}">
      <dgm:prSet/>
      <dgm:spPr/>
      <dgm:t>
        <a:bodyPr/>
        <a:lstStyle/>
        <a:p>
          <a:endParaRPr lang="en-US"/>
        </a:p>
      </dgm:t>
    </dgm:pt>
    <dgm:pt modelId="{0C241AD9-BAFB-48E4-9FF3-B69840181B4C}">
      <dgm:prSet/>
      <dgm:spPr/>
      <dgm:t>
        <a:bodyPr/>
        <a:lstStyle/>
        <a:p>
          <a:r>
            <a:rPr lang="en-US"/>
            <a:t>Consists of columns (structure) and rows (data)</a:t>
          </a:r>
        </a:p>
      </dgm:t>
    </dgm:pt>
    <dgm:pt modelId="{0F775C40-1F82-486E-B375-1CB77E600AB1}" type="parTrans" cxnId="{04722AB2-6FC4-405A-9B8C-3EFCFBCCFA02}">
      <dgm:prSet/>
      <dgm:spPr/>
      <dgm:t>
        <a:bodyPr/>
        <a:lstStyle/>
        <a:p>
          <a:endParaRPr lang="en-US"/>
        </a:p>
      </dgm:t>
    </dgm:pt>
    <dgm:pt modelId="{A7BADE56-D2E8-4816-A334-D2D51B524DCD}" type="sibTrans" cxnId="{04722AB2-6FC4-405A-9B8C-3EFCFBCCFA02}">
      <dgm:prSet/>
      <dgm:spPr/>
      <dgm:t>
        <a:bodyPr/>
        <a:lstStyle/>
        <a:p>
          <a:endParaRPr lang="en-US"/>
        </a:p>
      </dgm:t>
    </dgm:pt>
    <dgm:pt modelId="{A4F9BC1E-D751-41F5-BE12-6CBF4891B85C}">
      <dgm:prSet/>
      <dgm:spPr/>
      <dgm:t>
        <a:bodyPr/>
        <a:lstStyle/>
        <a:p>
          <a:r>
            <a:rPr lang="en-US"/>
            <a:t>Each row represents a transaction or record</a:t>
          </a:r>
        </a:p>
      </dgm:t>
    </dgm:pt>
    <dgm:pt modelId="{C0896D49-44C2-4AF3-94E5-09C8221B4FA0}" type="parTrans" cxnId="{00EDBFA7-7BEA-4B64-B59F-8CEB3CE83552}">
      <dgm:prSet/>
      <dgm:spPr/>
      <dgm:t>
        <a:bodyPr/>
        <a:lstStyle/>
        <a:p>
          <a:endParaRPr lang="en-US"/>
        </a:p>
      </dgm:t>
    </dgm:pt>
    <dgm:pt modelId="{90FFDA8F-D157-46C7-BE46-A9F5DF4B6071}" type="sibTrans" cxnId="{00EDBFA7-7BEA-4B64-B59F-8CEB3CE83552}">
      <dgm:prSet/>
      <dgm:spPr/>
      <dgm:t>
        <a:bodyPr/>
        <a:lstStyle/>
        <a:p>
          <a:endParaRPr lang="en-US"/>
        </a:p>
      </dgm:t>
    </dgm:pt>
    <dgm:pt modelId="{CE06349F-97F2-45BA-8414-DAAC05E3693D}">
      <dgm:prSet/>
      <dgm:spPr/>
      <dgm:t>
        <a:bodyPr/>
        <a:lstStyle/>
        <a:p>
          <a:r>
            <a:rPr lang="en-US" dirty="0"/>
            <a:t>Example Excel sheet Data</a:t>
          </a:r>
        </a:p>
      </dgm:t>
    </dgm:pt>
    <dgm:pt modelId="{AD1FF2B7-A757-4724-98B9-1F1D0EDABE15}" type="parTrans" cxnId="{062346A7-7320-4D5D-BC0C-6E459906C34E}">
      <dgm:prSet/>
      <dgm:spPr/>
      <dgm:t>
        <a:bodyPr/>
        <a:lstStyle/>
        <a:p>
          <a:endParaRPr lang="en-US"/>
        </a:p>
      </dgm:t>
    </dgm:pt>
    <dgm:pt modelId="{5D2C4985-5E7E-4E7F-8260-0E2CB0F2D44A}" type="sibTrans" cxnId="{062346A7-7320-4D5D-BC0C-6E459906C34E}">
      <dgm:prSet/>
      <dgm:spPr/>
      <dgm:t>
        <a:bodyPr/>
        <a:lstStyle/>
        <a:p>
          <a:endParaRPr lang="en-US"/>
        </a:p>
      </dgm:t>
    </dgm:pt>
    <dgm:pt modelId="{5C4C4856-7A30-46F5-94D3-92B30DF12B39}" type="pres">
      <dgm:prSet presAssocID="{8D3AAD29-BCC1-483E-800E-BC6319553A00}" presName="matrix" presStyleCnt="0">
        <dgm:presLayoutVars>
          <dgm:chMax val="1"/>
          <dgm:dir/>
          <dgm:resizeHandles val="exact"/>
        </dgm:presLayoutVars>
      </dgm:prSet>
      <dgm:spPr/>
    </dgm:pt>
    <dgm:pt modelId="{9ED366E7-4996-4A78-AC9B-F49962226BD8}" type="pres">
      <dgm:prSet presAssocID="{8D3AAD29-BCC1-483E-800E-BC6319553A00}" presName="diamond" presStyleLbl="bgShp" presStyleIdx="0" presStyleCnt="1"/>
      <dgm:spPr/>
    </dgm:pt>
    <dgm:pt modelId="{4A8F4044-04E4-43FE-B5E3-1CED4EAA89C3}" type="pres">
      <dgm:prSet presAssocID="{8D3AAD29-BCC1-483E-800E-BC6319553A00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B5C17417-CA7C-449D-9B5D-2EB35753437A}" type="pres">
      <dgm:prSet presAssocID="{8D3AAD29-BCC1-483E-800E-BC6319553A00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C80D76E-D552-428C-8549-CC682D154161}" type="pres">
      <dgm:prSet presAssocID="{8D3AAD29-BCC1-483E-800E-BC6319553A00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27805AF1-039A-41FE-9F1F-D42DDE3CE1E0}" type="pres">
      <dgm:prSet presAssocID="{8D3AAD29-BCC1-483E-800E-BC6319553A00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B8B2D037-C1A3-43C7-A0D5-A2AFA57B8786}" type="presOf" srcId="{0C241AD9-BAFB-48E4-9FF3-B69840181B4C}" destId="{B5C17417-CA7C-449D-9B5D-2EB35753437A}" srcOrd="0" destOrd="0" presId="urn:microsoft.com/office/officeart/2005/8/layout/matrix3"/>
    <dgm:cxn modelId="{8C9CD33C-BFF1-46DE-A5FD-606F562DF284}" type="presOf" srcId="{A4F9BC1E-D751-41F5-BE12-6CBF4891B85C}" destId="{1C80D76E-D552-428C-8549-CC682D154161}" srcOrd="0" destOrd="0" presId="urn:microsoft.com/office/officeart/2005/8/layout/matrix3"/>
    <dgm:cxn modelId="{062346A7-7320-4D5D-BC0C-6E459906C34E}" srcId="{8D3AAD29-BCC1-483E-800E-BC6319553A00}" destId="{CE06349F-97F2-45BA-8414-DAAC05E3693D}" srcOrd="3" destOrd="0" parTransId="{AD1FF2B7-A757-4724-98B9-1F1D0EDABE15}" sibTransId="{5D2C4985-5E7E-4E7F-8260-0E2CB0F2D44A}"/>
    <dgm:cxn modelId="{00EDBFA7-7BEA-4B64-B59F-8CEB3CE83552}" srcId="{8D3AAD29-BCC1-483E-800E-BC6319553A00}" destId="{A4F9BC1E-D751-41F5-BE12-6CBF4891B85C}" srcOrd="2" destOrd="0" parTransId="{C0896D49-44C2-4AF3-94E5-09C8221B4FA0}" sibTransId="{90FFDA8F-D157-46C7-BE46-A9F5DF4B6071}"/>
    <dgm:cxn modelId="{04722AB2-6FC4-405A-9B8C-3EFCFBCCFA02}" srcId="{8D3AAD29-BCC1-483E-800E-BC6319553A00}" destId="{0C241AD9-BAFB-48E4-9FF3-B69840181B4C}" srcOrd="1" destOrd="0" parTransId="{0F775C40-1F82-486E-B375-1CB77E600AB1}" sibTransId="{A7BADE56-D2E8-4816-A334-D2D51B524DCD}"/>
    <dgm:cxn modelId="{FAB71CB9-C8B8-4781-969F-6BAF54D885C6}" type="presOf" srcId="{CC36C11E-576C-433E-9DB1-6611B5EA11BA}" destId="{4A8F4044-04E4-43FE-B5E3-1CED4EAA89C3}" srcOrd="0" destOrd="0" presId="urn:microsoft.com/office/officeart/2005/8/layout/matrix3"/>
    <dgm:cxn modelId="{2DBE23BA-1CDE-4E7F-8DEE-347EC5762E16}" srcId="{8D3AAD29-BCC1-483E-800E-BC6319553A00}" destId="{CC36C11E-576C-433E-9DB1-6611B5EA11BA}" srcOrd="0" destOrd="0" parTransId="{2E7BF9E0-EE6E-4802-A37C-2B6A508F7BAF}" sibTransId="{2A201525-A073-4D72-BE88-C826B676FAF0}"/>
    <dgm:cxn modelId="{8D0E15C1-4D83-44F5-80CE-219BAC064A05}" type="presOf" srcId="{CE06349F-97F2-45BA-8414-DAAC05E3693D}" destId="{27805AF1-039A-41FE-9F1F-D42DDE3CE1E0}" srcOrd="0" destOrd="0" presId="urn:microsoft.com/office/officeart/2005/8/layout/matrix3"/>
    <dgm:cxn modelId="{BEC555D4-C3F8-4EA3-9E6B-D877872A4C42}" type="presOf" srcId="{8D3AAD29-BCC1-483E-800E-BC6319553A00}" destId="{5C4C4856-7A30-46F5-94D3-92B30DF12B39}" srcOrd="0" destOrd="0" presId="urn:microsoft.com/office/officeart/2005/8/layout/matrix3"/>
    <dgm:cxn modelId="{CC73F062-BA9B-4730-9FB7-2C10AA5224EF}" type="presParOf" srcId="{5C4C4856-7A30-46F5-94D3-92B30DF12B39}" destId="{9ED366E7-4996-4A78-AC9B-F49962226BD8}" srcOrd="0" destOrd="0" presId="urn:microsoft.com/office/officeart/2005/8/layout/matrix3"/>
    <dgm:cxn modelId="{69EDF2A3-C981-4D98-9E5B-3B4B4E73A6F5}" type="presParOf" srcId="{5C4C4856-7A30-46F5-94D3-92B30DF12B39}" destId="{4A8F4044-04E4-43FE-B5E3-1CED4EAA89C3}" srcOrd="1" destOrd="0" presId="urn:microsoft.com/office/officeart/2005/8/layout/matrix3"/>
    <dgm:cxn modelId="{F8BD349F-A866-4F95-92B3-39DD3939F2BF}" type="presParOf" srcId="{5C4C4856-7A30-46F5-94D3-92B30DF12B39}" destId="{B5C17417-CA7C-449D-9B5D-2EB35753437A}" srcOrd="2" destOrd="0" presId="urn:microsoft.com/office/officeart/2005/8/layout/matrix3"/>
    <dgm:cxn modelId="{C3C57C0C-CEA5-4926-9124-18727B19B307}" type="presParOf" srcId="{5C4C4856-7A30-46F5-94D3-92B30DF12B39}" destId="{1C80D76E-D552-428C-8549-CC682D154161}" srcOrd="3" destOrd="0" presId="urn:microsoft.com/office/officeart/2005/8/layout/matrix3"/>
    <dgm:cxn modelId="{2FCDAA78-8FC7-48A5-8A49-C38ECFC809BB}" type="presParOf" srcId="{5C4C4856-7A30-46F5-94D3-92B30DF12B39}" destId="{27805AF1-039A-41FE-9F1F-D42DDE3CE1E0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4A8D811-F83F-4CD4-8DB8-53A8C3C11809}" type="doc">
      <dgm:prSet loTypeId="urn:microsoft.com/office/officeart/2005/8/layout/matrix3" loCatId="matrix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668A04F-46B9-4198-AB99-B1ED8FAAE361}">
      <dgm:prSet/>
      <dgm:spPr/>
      <dgm:t>
        <a:bodyPr/>
        <a:lstStyle/>
        <a:p>
          <a:r>
            <a:rPr lang="en-US"/>
            <a:t>Stores raw transactional data</a:t>
          </a:r>
        </a:p>
      </dgm:t>
    </dgm:pt>
    <dgm:pt modelId="{42492AEC-1E50-4878-B110-917A3757C7BA}" type="parTrans" cxnId="{0CF0CBA9-012D-4D56-A4B0-665D417F9794}">
      <dgm:prSet/>
      <dgm:spPr/>
      <dgm:t>
        <a:bodyPr/>
        <a:lstStyle/>
        <a:p>
          <a:endParaRPr lang="en-US"/>
        </a:p>
      </dgm:t>
    </dgm:pt>
    <dgm:pt modelId="{C1D54CED-1FE0-457A-8F4B-FAD70DB2C4AC}" type="sibTrans" cxnId="{0CF0CBA9-012D-4D56-A4B0-665D417F9794}">
      <dgm:prSet/>
      <dgm:spPr/>
      <dgm:t>
        <a:bodyPr/>
        <a:lstStyle/>
        <a:p>
          <a:endParaRPr lang="en-US"/>
        </a:p>
      </dgm:t>
    </dgm:pt>
    <dgm:pt modelId="{3B1F90BD-C03F-4CBA-A13B-E141B11FA874}">
      <dgm:prSet/>
      <dgm:spPr/>
      <dgm:t>
        <a:bodyPr/>
        <a:lstStyle/>
        <a:p>
          <a:r>
            <a:rPr lang="en-US"/>
            <a:t>Data loaded exactly as received</a:t>
          </a:r>
        </a:p>
      </dgm:t>
    </dgm:pt>
    <dgm:pt modelId="{8005B1C0-D8BC-4D0E-920E-E62D6ECEEEE5}" type="parTrans" cxnId="{DB36DCDB-1466-4439-AE53-67A421C25BA1}">
      <dgm:prSet/>
      <dgm:spPr/>
      <dgm:t>
        <a:bodyPr/>
        <a:lstStyle/>
        <a:p>
          <a:endParaRPr lang="en-US"/>
        </a:p>
      </dgm:t>
    </dgm:pt>
    <dgm:pt modelId="{974A8C4C-C33F-4DA7-8A9C-54F2A9C4823F}" type="sibTrans" cxnId="{DB36DCDB-1466-4439-AE53-67A421C25BA1}">
      <dgm:prSet/>
      <dgm:spPr/>
      <dgm:t>
        <a:bodyPr/>
        <a:lstStyle/>
        <a:p>
          <a:endParaRPr lang="en-US"/>
        </a:p>
      </dgm:t>
    </dgm:pt>
    <dgm:pt modelId="{CF780D49-E37D-49D7-BD4D-7E0CA8B08522}">
      <dgm:prSet/>
      <dgm:spPr/>
      <dgm:t>
        <a:bodyPr/>
        <a:lstStyle/>
        <a:p>
          <a:r>
            <a:rPr lang="en-US"/>
            <a:t>No transformations applied</a:t>
          </a:r>
        </a:p>
      </dgm:t>
    </dgm:pt>
    <dgm:pt modelId="{8FE28BB7-78FB-4F93-B02A-A45D5D89EA66}" type="parTrans" cxnId="{549B4D00-2813-47E4-8F1E-AB50B4E7B076}">
      <dgm:prSet/>
      <dgm:spPr/>
      <dgm:t>
        <a:bodyPr/>
        <a:lstStyle/>
        <a:p>
          <a:endParaRPr lang="en-US"/>
        </a:p>
      </dgm:t>
    </dgm:pt>
    <dgm:pt modelId="{0C634D9A-896C-407F-8AA8-BE54878AFBBD}" type="sibTrans" cxnId="{549B4D00-2813-47E4-8F1E-AB50B4E7B076}">
      <dgm:prSet/>
      <dgm:spPr/>
      <dgm:t>
        <a:bodyPr/>
        <a:lstStyle/>
        <a:p>
          <a:endParaRPr lang="en-US"/>
        </a:p>
      </dgm:t>
    </dgm:pt>
    <dgm:pt modelId="{26145F3D-1025-459D-88E9-00605D5B6286}">
      <dgm:prSet/>
      <dgm:spPr/>
      <dgm:t>
        <a:bodyPr/>
        <a:lstStyle/>
        <a:p>
          <a:r>
            <a:rPr lang="en-US"/>
            <a:t>Used for auditing and reprocessing</a:t>
          </a:r>
        </a:p>
      </dgm:t>
    </dgm:pt>
    <dgm:pt modelId="{2AE603B6-1205-4BFE-80EA-6EC7A0730EAE}" type="parTrans" cxnId="{22E20EBE-7AB7-48F5-B65F-E14E456B52BE}">
      <dgm:prSet/>
      <dgm:spPr/>
      <dgm:t>
        <a:bodyPr/>
        <a:lstStyle/>
        <a:p>
          <a:endParaRPr lang="en-US"/>
        </a:p>
      </dgm:t>
    </dgm:pt>
    <dgm:pt modelId="{D2F86B95-F3AB-410C-A0D2-D854C01FA0AF}" type="sibTrans" cxnId="{22E20EBE-7AB7-48F5-B65F-E14E456B52BE}">
      <dgm:prSet/>
      <dgm:spPr/>
      <dgm:t>
        <a:bodyPr/>
        <a:lstStyle/>
        <a:p>
          <a:endParaRPr lang="en-US"/>
        </a:p>
      </dgm:t>
    </dgm:pt>
    <dgm:pt modelId="{5DF018FA-B966-469D-98D9-A8D4D60B84D6}" type="pres">
      <dgm:prSet presAssocID="{94A8D811-F83F-4CD4-8DB8-53A8C3C11809}" presName="matrix" presStyleCnt="0">
        <dgm:presLayoutVars>
          <dgm:chMax val="1"/>
          <dgm:dir/>
          <dgm:resizeHandles val="exact"/>
        </dgm:presLayoutVars>
      </dgm:prSet>
      <dgm:spPr/>
    </dgm:pt>
    <dgm:pt modelId="{A0D36300-96A1-45D7-8300-0D414485FB24}" type="pres">
      <dgm:prSet presAssocID="{94A8D811-F83F-4CD4-8DB8-53A8C3C11809}" presName="diamond" presStyleLbl="bgShp" presStyleIdx="0" presStyleCnt="1"/>
      <dgm:spPr/>
    </dgm:pt>
    <dgm:pt modelId="{77CFB541-858E-4CB5-B101-9524801EAEBE}" type="pres">
      <dgm:prSet presAssocID="{94A8D811-F83F-4CD4-8DB8-53A8C3C11809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8815CC5F-D1AF-48E3-9937-3A0F84BBA81D}" type="pres">
      <dgm:prSet presAssocID="{94A8D811-F83F-4CD4-8DB8-53A8C3C11809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2EA23EF2-E0B6-41E8-9259-1CEBC83E8158}" type="pres">
      <dgm:prSet presAssocID="{94A8D811-F83F-4CD4-8DB8-53A8C3C11809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D2813F8-E068-46D1-BB8A-5D63DC69327B}" type="pres">
      <dgm:prSet presAssocID="{94A8D811-F83F-4CD4-8DB8-53A8C3C11809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49B4D00-2813-47E4-8F1E-AB50B4E7B076}" srcId="{94A8D811-F83F-4CD4-8DB8-53A8C3C11809}" destId="{CF780D49-E37D-49D7-BD4D-7E0CA8B08522}" srcOrd="2" destOrd="0" parTransId="{8FE28BB7-78FB-4F93-B02A-A45D5D89EA66}" sibTransId="{0C634D9A-896C-407F-8AA8-BE54878AFBBD}"/>
    <dgm:cxn modelId="{1AC54420-5DA0-4CCF-B206-3041978B05F3}" type="presOf" srcId="{3B1F90BD-C03F-4CBA-A13B-E141B11FA874}" destId="{8815CC5F-D1AF-48E3-9937-3A0F84BBA81D}" srcOrd="0" destOrd="0" presId="urn:microsoft.com/office/officeart/2005/8/layout/matrix3"/>
    <dgm:cxn modelId="{1D670769-D8FE-4D0A-955C-8FE2EB0243BD}" type="presOf" srcId="{C668A04F-46B9-4198-AB99-B1ED8FAAE361}" destId="{77CFB541-858E-4CB5-B101-9524801EAEBE}" srcOrd="0" destOrd="0" presId="urn:microsoft.com/office/officeart/2005/8/layout/matrix3"/>
    <dgm:cxn modelId="{08BE9870-E64D-4F9D-ADC8-4DED6E0691AF}" type="presOf" srcId="{94A8D811-F83F-4CD4-8DB8-53A8C3C11809}" destId="{5DF018FA-B966-469D-98D9-A8D4D60B84D6}" srcOrd="0" destOrd="0" presId="urn:microsoft.com/office/officeart/2005/8/layout/matrix3"/>
    <dgm:cxn modelId="{CCF26455-053C-4F74-9A74-A92FB67FE6DB}" type="presOf" srcId="{26145F3D-1025-459D-88E9-00605D5B6286}" destId="{9D2813F8-E068-46D1-BB8A-5D63DC69327B}" srcOrd="0" destOrd="0" presId="urn:microsoft.com/office/officeart/2005/8/layout/matrix3"/>
    <dgm:cxn modelId="{0CF0CBA9-012D-4D56-A4B0-665D417F9794}" srcId="{94A8D811-F83F-4CD4-8DB8-53A8C3C11809}" destId="{C668A04F-46B9-4198-AB99-B1ED8FAAE361}" srcOrd="0" destOrd="0" parTransId="{42492AEC-1E50-4878-B110-917A3757C7BA}" sibTransId="{C1D54CED-1FE0-457A-8F4B-FAD70DB2C4AC}"/>
    <dgm:cxn modelId="{22E20EBE-7AB7-48F5-B65F-E14E456B52BE}" srcId="{94A8D811-F83F-4CD4-8DB8-53A8C3C11809}" destId="{26145F3D-1025-459D-88E9-00605D5B6286}" srcOrd="3" destOrd="0" parTransId="{2AE603B6-1205-4BFE-80EA-6EC7A0730EAE}" sibTransId="{D2F86B95-F3AB-410C-A0D2-D854C01FA0AF}"/>
    <dgm:cxn modelId="{DB36DCDB-1466-4439-AE53-67A421C25BA1}" srcId="{94A8D811-F83F-4CD4-8DB8-53A8C3C11809}" destId="{3B1F90BD-C03F-4CBA-A13B-E141B11FA874}" srcOrd="1" destOrd="0" parTransId="{8005B1C0-D8BC-4D0E-920E-E62D6ECEEEE5}" sibTransId="{974A8C4C-C33F-4DA7-8A9C-54F2A9C4823F}"/>
    <dgm:cxn modelId="{FBC815EB-1489-4A11-A127-25A534FEE241}" type="presOf" srcId="{CF780D49-E37D-49D7-BD4D-7E0CA8B08522}" destId="{2EA23EF2-E0B6-41E8-9259-1CEBC83E8158}" srcOrd="0" destOrd="0" presId="urn:microsoft.com/office/officeart/2005/8/layout/matrix3"/>
    <dgm:cxn modelId="{949DF3A5-EFAC-4CCF-A1C1-5275A964BC5C}" type="presParOf" srcId="{5DF018FA-B966-469D-98D9-A8D4D60B84D6}" destId="{A0D36300-96A1-45D7-8300-0D414485FB24}" srcOrd="0" destOrd="0" presId="urn:microsoft.com/office/officeart/2005/8/layout/matrix3"/>
    <dgm:cxn modelId="{5683A928-38C1-470E-AC56-DDE46379E690}" type="presParOf" srcId="{5DF018FA-B966-469D-98D9-A8D4D60B84D6}" destId="{77CFB541-858E-4CB5-B101-9524801EAEBE}" srcOrd="1" destOrd="0" presId="urn:microsoft.com/office/officeart/2005/8/layout/matrix3"/>
    <dgm:cxn modelId="{E8C97339-3E02-490D-84C5-B06B22B9AB1F}" type="presParOf" srcId="{5DF018FA-B966-469D-98D9-A8D4D60B84D6}" destId="{8815CC5F-D1AF-48E3-9937-3A0F84BBA81D}" srcOrd="2" destOrd="0" presId="urn:microsoft.com/office/officeart/2005/8/layout/matrix3"/>
    <dgm:cxn modelId="{5E685BF0-7297-44E8-9110-010C1B82CFF4}" type="presParOf" srcId="{5DF018FA-B966-469D-98D9-A8D4D60B84D6}" destId="{2EA23EF2-E0B6-41E8-9259-1CEBC83E8158}" srcOrd="3" destOrd="0" presId="urn:microsoft.com/office/officeart/2005/8/layout/matrix3"/>
    <dgm:cxn modelId="{04F966FF-8D08-4565-9807-8DC023D5E38A}" type="presParOf" srcId="{5DF018FA-B966-469D-98D9-A8D4D60B84D6}" destId="{9D2813F8-E068-46D1-BB8A-5D63DC69327B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37D41499-A05D-4A29-BB04-065D6204D98A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331EA43-C70D-40CA-A2DD-8565F95A01E2}">
      <dgm:prSet/>
      <dgm:spPr/>
      <dgm:t>
        <a:bodyPr/>
        <a:lstStyle/>
        <a:p>
          <a:r>
            <a:rPr lang="en-US"/>
            <a:t>Contains cleaned and processed data</a:t>
          </a:r>
        </a:p>
      </dgm:t>
    </dgm:pt>
    <dgm:pt modelId="{3E780CF2-82E5-4E8E-A22E-8C5954142393}" type="parTrans" cxnId="{887DD8C9-032E-4757-89E5-BA7A918B2541}">
      <dgm:prSet/>
      <dgm:spPr/>
      <dgm:t>
        <a:bodyPr/>
        <a:lstStyle/>
        <a:p>
          <a:endParaRPr lang="en-US"/>
        </a:p>
      </dgm:t>
    </dgm:pt>
    <dgm:pt modelId="{FC580BC9-3358-408A-8ADA-EDB601652805}" type="sibTrans" cxnId="{887DD8C9-032E-4757-89E5-BA7A918B2541}">
      <dgm:prSet/>
      <dgm:spPr/>
      <dgm:t>
        <a:bodyPr/>
        <a:lstStyle/>
        <a:p>
          <a:endParaRPr lang="en-US"/>
        </a:p>
      </dgm:t>
    </dgm:pt>
    <dgm:pt modelId="{DE3D82DA-F05E-4F77-90B2-505F19BC7538}">
      <dgm:prSet/>
      <dgm:spPr/>
      <dgm:t>
        <a:bodyPr/>
        <a:lstStyle/>
        <a:p>
          <a:r>
            <a:rPr lang="en-US"/>
            <a:t>Business rules are applied here</a:t>
          </a:r>
        </a:p>
      </dgm:t>
    </dgm:pt>
    <dgm:pt modelId="{295B2890-427B-4187-BD57-8F24D61ADDD1}" type="parTrans" cxnId="{ADDA363F-DDCB-4FA1-B3A6-9FBF8C9A8BCA}">
      <dgm:prSet/>
      <dgm:spPr/>
      <dgm:t>
        <a:bodyPr/>
        <a:lstStyle/>
        <a:p>
          <a:endParaRPr lang="en-US"/>
        </a:p>
      </dgm:t>
    </dgm:pt>
    <dgm:pt modelId="{E88E3F58-A7C8-4733-B7CF-AAD80908D074}" type="sibTrans" cxnId="{ADDA363F-DDCB-4FA1-B3A6-9FBF8C9A8BCA}">
      <dgm:prSet/>
      <dgm:spPr/>
      <dgm:t>
        <a:bodyPr/>
        <a:lstStyle/>
        <a:p>
          <a:endParaRPr lang="en-US"/>
        </a:p>
      </dgm:t>
    </dgm:pt>
    <dgm:pt modelId="{DB7C4FB3-DC6F-4305-B809-702EFCA3D618}">
      <dgm:prSet/>
      <dgm:spPr/>
      <dgm:t>
        <a:bodyPr/>
        <a:lstStyle/>
        <a:p>
          <a:r>
            <a:rPr lang="en-US"/>
            <a:t>Used for reporting and analytics</a:t>
          </a:r>
        </a:p>
      </dgm:t>
    </dgm:pt>
    <dgm:pt modelId="{EA7AB9E2-F5A6-4C4C-A33C-B51AE5C3A096}" type="parTrans" cxnId="{ACB808A8-FE23-4AFE-872C-E7B33EDC88E8}">
      <dgm:prSet/>
      <dgm:spPr/>
      <dgm:t>
        <a:bodyPr/>
        <a:lstStyle/>
        <a:p>
          <a:endParaRPr lang="en-US"/>
        </a:p>
      </dgm:t>
    </dgm:pt>
    <dgm:pt modelId="{2B896EA3-FD60-4325-9EFE-5087E5E74110}" type="sibTrans" cxnId="{ACB808A8-FE23-4AFE-872C-E7B33EDC88E8}">
      <dgm:prSet/>
      <dgm:spPr/>
      <dgm:t>
        <a:bodyPr/>
        <a:lstStyle/>
        <a:p>
          <a:endParaRPr lang="en-US"/>
        </a:p>
      </dgm:t>
    </dgm:pt>
    <dgm:pt modelId="{3757086E-4933-4523-8B4F-FE84927CDB08}">
      <dgm:prSet/>
      <dgm:spPr/>
      <dgm:t>
        <a:bodyPr/>
        <a:lstStyle/>
        <a:p>
          <a:r>
            <a:rPr lang="en-US"/>
            <a:t>Data is optimized for consumption</a:t>
          </a:r>
        </a:p>
      </dgm:t>
    </dgm:pt>
    <dgm:pt modelId="{EE59C251-B4F4-42DA-B4F2-B8CD826C5FB2}" type="parTrans" cxnId="{C78645DB-3030-4A3B-8F9D-47EA9BA4296E}">
      <dgm:prSet/>
      <dgm:spPr/>
      <dgm:t>
        <a:bodyPr/>
        <a:lstStyle/>
        <a:p>
          <a:endParaRPr lang="en-US"/>
        </a:p>
      </dgm:t>
    </dgm:pt>
    <dgm:pt modelId="{37371D5F-9242-42C8-A6DE-CF10A3DA52F9}" type="sibTrans" cxnId="{C78645DB-3030-4A3B-8F9D-47EA9BA4296E}">
      <dgm:prSet/>
      <dgm:spPr/>
      <dgm:t>
        <a:bodyPr/>
        <a:lstStyle/>
        <a:p>
          <a:endParaRPr lang="en-US"/>
        </a:p>
      </dgm:t>
    </dgm:pt>
    <dgm:pt modelId="{B7DE3358-5A44-4B71-A79E-A46F2370BAA3}" type="pres">
      <dgm:prSet presAssocID="{37D41499-A05D-4A29-BB04-065D6204D98A}" presName="diagram" presStyleCnt="0">
        <dgm:presLayoutVars>
          <dgm:dir/>
          <dgm:resizeHandles val="exact"/>
        </dgm:presLayoutVars>
      </dgm:prSet>
      <dgm:spPr/>
    </dgm:pt>
    <dgm:pt modelId="{32BF25CB-3BEF-4963-B06B-01F8F82D16FC}" type="pres">
      <dgm:prSet presAssocID="{7331EA43-C70D-40CA-A2DD-8565F95A01E2}" presName="node" presStyleLbl="node1" presStyleIdx="0" presStyleCnt="4">
        <dgm:presLayoutVars>
          <dgm:bulletEnabled val="1"/>
        </dgm:presLayoutVars>
      </dgm:prSet>
      <dgm:spPr/>
    </dgm:pt>
    <dgm:pt modelId="{389BD444-931C-4728-BA37-11381CB3AD0D}" type="pres">
      <dgm:prSet presAssocID="{FC580BC9-3358-408A-8ADA-EDB601652805}" presName="sibTrans" presStyleCnt="0"/>
      <dgm:spPr/>
    </dgm:pt>
    <dgm:pt modelId="{37952907-1CDA-4F6E-981B-45B0F2ACF96C}" type="pres">
      <dgm:prSet presAssocID="{DE3D82DA-F05E-4F77-90B2-505F19BC7538}" presName="node" presStyleLbl="node1" presStyleIdx="1" presStyleCnt="4">
        <dgm:presLayoutVars>
          <dgm:bulletEnabled val="1"/>
        </dgm:presLayoutVars>
      </dgm:prSet>
      <dgm:spPr/>
    </dgm:pt>
    <dgm:pt modelId="{D95F6FB2-A19D-4069-AEC7-5B9460F2973D}" type="pres">
      <dgm:prSet presAssocID="{E88E3F58-A7C8-4733-B7CF-AAD80908D074}" presName="sibTrans" presStyleCnt="0"/>
      <dgm:spPr/>
    </dgm:pt>
    <dgm:pt modelId="{74D6146F-ED3E-43BF-9300-C2DF690026F3}" type="pres">
      <dgm:prSet presAssocID="{DB7C4FB3-DC6F-4305-B809-702EFCA3D618}" presName="node" presStyleLbl="node1" presStyleIdx="2" presStyleCnt="4">
        <dgm:presLayoutVars>
          <dgm:bulletEnabled val="1"/>
        </dgm:presLayoutVars>
      </dgm:prSet>
      <dgm:spPr/>
    </dgm:pt>
    <dgm:pt modelId="{D12F7C42-4B63-4FFA-8F01-014629AFE23E}" type="pres">
      <dgm:prSet presAssocID="{2B896EA3-FD60-4325-9EFE-5087E5E74110}" presName="sibTrans" presStyleCnt="0"/>
      <dgm:spPr/>
    </dgm:pt>
    <dgm:pt modelId="{29961F46-85FC-4BCA-92CD-81E0BD0F6C34}" type="pres">
      <dgm:prSet presAssocID="{3757086E-4933-4523-8B4F-FE84927CDB08}" presName="node" presStyleLbl="node1" presStyleIdx="3" presStyleCnt="4">
        <dgm:presLayoutVars>
          <dgm:bulletEnabled val="1"/>
        </dgm:presLayoutVars>
      </dgm:prSet>
      <dgm:spPr/>
    </dgm:pt>
  </dgm:ptLst>
  <dgm:cxnLst>
    <dgm:cxn modelId="{ADDA363F-DDCB-4FA1-B3A6-9FBF8C9A8BCA}" srcId="{37D41499-A05D-4A29-BB04-065D6204D98A}" destId="{DE3D82DA-F05E-4F77-90B2-505F19BC7538}" srcOrd="1" destOrd="0" parTransId="{295B2890-427B-4187-BD57-8F24D61ADDD1}" sibTransId="{E88E3F58-A7C8-4733-B7CF-AAD80908D074}"/>
    <dgm:cxn modelId="{427D0487-4503-4688-94AA-4659F789F24E}" type="presOf" srcId="{7331EA43-C70D-40CA-A2DD-8565F95A01E2}" destId="{32BF25CB-3BEF-4963-B06B-01F8F82D16FC}" srcOrd="0" destOrd="0" presId="urn:microsoft.com/office/officeart/2005/8/layout/default"/>
    <dgm:cxn modelId="{2A87078C-71C5-4115-A25E-FAC16A5C0F26}" type="presOf" srcId="{DE3D82DA-F05E-4F77-90B2-505F19BC7538}" destId="{37952907-1CDA-4F6E-981B-45B0F2ACF96C}" srcOrd="0" destOrd="0" presId="urn:microsoft.com/office/officeart/2005/8/layout/default"/>
    <dgm:cxn modelId="{714E559B-7BA8-444D-AF1F-A48C71DDD160}" type="presOf" srcId="{3757086E-4933-4523-8B4F-FE84927CDB08}" destId="{29961F46-85FC-4BCA-92CD-81E0BD0F6C34}" srcOrd="0" destOrd="0" presId="urn:microsoft.com/office/officeart/2005/8/layout/default"/>
    <dgm:cxn modelId="{ACB808A8-FE23-4AFE-872C-E7B33EDC88E8}" srcId="{37D41499-A05D-4A29-BB04-065D6204D98A}" destId="{DB7C4FB3-DC6F-4305-B809-702EFCA3D618}" srcOrd="2" destOrd="0" parTransId="{EA7AB9E2-F5A6-4C4C-A33C-B51AE5C3A096}" sibTransId="{2B896EA3-FD60-4325-9EFE-5087E5E74110}"/>
    <dgm:cxn modelId="{37E977AE-BC7B-4EE2-ABB5-5D753255DCB6}" type="presOf" srcId="{DB7C4FB3-DC6F-4305-B809-702EFCA3D618}" destId="{74D6146F-ED3E-43BF-9300-C2DF690026F3}" srcOrd="0" destOrd="0" presId="urn:microsoft.com/office/officeart/2005/8/layout/default"/>
    <dgm:cxn modelId="{887DD8C9-032E-4757-89E5-BA7A918B2541}" srcId="{37D41499-A05D-4A29-BB04-065D6204D98A}" destId="{7331EA43-C70D-40CA-A2DD-8565F95A01E2}" srcOrd="0" destOrd="0" parTransId="{3E780CF2-82E5-4E8E-A22E-8C5954142393}" sibTransId="{FC580BC9-3358-408A-8ADA-EDB601652805}"/>
    <dgm:cxn modelId="{C78645DB-3030-4A3B-8F9D-47EA9BA4296E}" srcId="{37D41499-A05D-4A29-BB04-065D6204D98A}" destId="{3757086E-4933-4523-8B4F-FE84927CDB08}" srcOrd="3" destOrd="0" parTransId="{EE59C251-B4F4-42DA-B4F2-B8CD826C5FB2}" sibTransId="{37371D5F-9242-42C8-A6DE-CF10A3DA52F9}"/>
    <dgm:cxn modelId="{E16A85EA-5FAD-4C04-8AF8-41D8DEB413B5}" type="presOf" srcId="{37D41499-A05D-4A29-BB04-065D6204D98A}" destId="{B7DE3358-5A44-4B71-A79E-A46F2370BAA3}" srcOrd="0" destOrd="0" presId="urn:microsoft.com/office/officeart/2005/8/layout/default"/>
    <dgm:cxn modelId="{0C9694B4-2B30-4BC4-A533-27ED7783DC7B}" type="presParOf" srcId="{B7DE3358-5A44-4B71-A79E-A46F2370BAA3}" destId="{32BF25CB-3BEF-4963-B06B-01F8F82D16FC}" srcOrd="0" destOrd="0" presId="urn:microsoft.com/office/officeart/2005/8/layout/default"/>
    <dgm:cxn modelId="{4B7D7196-80EC-4675-85F6-8B277D3FD4EE}" type="presParOf" srcId="{B7DE3358-5A44-4B71-A79E-A46F2370BAA3}" destId="{389BD444-931C-4728-BA37-11381CB3AD0D}" srcOrd="1" destOrd="0" presId="urn:microsoft.com/office/officeart/2005/8/layout/default"/>
    <dgm:cxn modelId="{67F422EB-9A91-4FBB-A861-AC1933B38D65}" type="presParOf" srcId="{B7DE3358-5A44-4B71-A79E-A46F2370BAA3}" destId="{37952907-1CDA-4F6E-981B-45B0F2ACF96C}" srcOrd="2" destOrd="0" presId="urn:microsoft.com/office/officeart/2005/8/layout/default"/>
    <dgm:cxn modelId="{1882CFD6-4955-4646-BE17-2D75F062AE9D}" type="presParOf" srcId="{B7DE3358-5A44-4B71-A79E-A46F2370BAA3}" destId="{D95F6FB2-A19D-4069-AEC7-5B9460F2973D}" srcOrd="3" destOrd="0" presId="urn:microsoft.com/office/officeart/2005/8/layout/default"/>
    <dgm:cxn modelId="{DBF910CE-339F-4E56-A7E3-537991EFA402}" type="presParOf" srcId="{B7DE3358-5A44-4B71-A79E-A46F2370BAA3}" destId="{74D6146F-ED3E-43BF-9300-C2DF690026F3}" srcOrd="4" destOrd="0" presId="urn:microsoft.com/office/officeart/2005/8/layout/default"/>
    <dgm:cxn modelId="{896F9A3E-CF5B-44A0-AAB5-BBF8754FAC57}" type="presParOf" srcId="{B7DE3358-5A44-4B71-A79E-A46F2370BAA3}" destId="{D12F7C42-4B63-4FFA-8F01-014629AFE23E}" srcOrd="5" destOrd="0" presId="urn:microsoft.com/office/officeart/2005/8/layout/default"/>
    <dgm:cxn modelId="{5DE64BAB-6A91-436E-9A8C-909454CCE070}" type="presParOf" srcId="{B7DE3358-5A44-4B71-A79E-A46F2370BAA3}" destId="{29961F46-85FC-4BCA-92CD-81E0BD0F6C34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8FCD751-6E16-4674-A2DD-87D0459E269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E1F2FEE-69CC-47A4-B1A0-FE0CD6873DC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Strong foundation in database concepts</a:t>
          </a:r>
        </a:p>
      </dgm:t>
    </dgm:pt>
    <dgm:pt modelId="{86E3B423-DAB9-4105-94E4-B9BD0DDB2EE9}" type="parTrans" cxnId="{B6A7E062-A64A-4B8D-8475-1F4FFF76E967}">
      <dgm:prSet/>
      <dgm:spPr/>
      <dgm:t>
        <a:bodyPr/>
        <a:lstStyle/>
        <a:p>
          <a:endParaRPr lang="en-US"/>
        </a:p>
      </dgm:t>
    </dgm:pt>
    <dgm:pt modelId="{2619ACD3-B0F5-4DC3-AE20-C9C85F195375}" type="sibTrans" cxnId="{B6A7E062-A64A-4B8D-8475-1F4FFF76E967}">
      <dgm:prSet/>
      <dgm:spPr/>
      <dgm:t>
        <a:bodyPr/>
        <a:lstStyle/>
        <a:p>
          <a:endParaRPr lang="en-US"/>
        </a:p>
      </dgm:t>
    </dgm:pt>
    <dgm:pt modelId="{FE8B1A02-36E1-46F3-BF79-B1AC952B066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Understanding of Dataflow Architecture Diagram</a:t>
          </a:r>
        </a:p>
      </dgm:t>
    </dgm:pt>
    <dgm:pt modelId="{3C24E8AC-B8D2-4FEE-8CDA-6DAA61456088}" type="parTrans" cxnId="{D778038B-A721-4A18-BB62-397CFE729B4D}">
      <dgm:prSet/>
      <dgm:spPr/>
      <dgm:t>
        <a:bodyPr/>
        <a:lstStyle/>
        <a:p>
          <a:endParaRPr lang="en-US"/>
        </a:p>
      </dgm:t>
    </dgm:pt>
    <dgm:pt modelId="{42DCC6DF-7164-408D-B512-900A889E7621}" type="sibTrans" cxnId="{D778038B-A721-4A18-BB62-397CFE729B4D}">
      <dgm:prSet/>
      <dgm:spPr/>
      <dgm:t>
        <a:bodyPr/>
        <a:lstStyle/>
        <a:p>
          <a:endParaRPr lang="en-US"/>
        </a:p>
      </dgm:t>
    </dgm:pt>
    <dgm:pt modelId="{07D39334-3341-490B-862E-259295EAD4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Hands-on knowledge of source data loading</a:t>
          </a:r>
        </a:p>
      </dgm:t>
    </dgm:pt>
    <dgm:pt modelId="{2589616A-6D68-466B-B50A-C95C55987364}" type="parTrans" cxnId="{A8E0C3E2-4E67-42FF-A2F4-705CE2C523E8}">
      <dgm:prSet/>
      <dgm:spPr/>
      <dgm:t>
        <a:bodyPr/>
        <a:lstStyle/>
        <a:p>
          <a:endParaRPr lang="en-US"/>
        </a:p>
      </dgm:t>
    </dgm:pt>
    <dgm:pt modelId="{2444942A-4D75-446C-97F3-A3132C171CFE}" type="sibTrans" cxnId="{A8E0C3E2-4E67-42FF-A2F4-705CE2C523E8}">
      <dgm:prSet/>
      <dgm:spPr/>
      <dgm:t>
        <a:bodyPr/>
        <a:lstStyle/>
        <a:p>
          <a:endParaRPr lang="en-US"/>
        </a:p>
      </dgm:t>
    </dgm:pt>
    <dgm:pt modelId="{E4EEDA5A-4EF2-4A24-A50B-60FD1916D6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Ready for advanced transformations</a:t>
          </a:r>
        </a:p>
      </dgm:t>
    </dgm:pt>
    <dgm:pt modelId="{FD61F5CF-B6D2-492F-B0F8-0962C7894C6B}" type="parTrans" cxnId="{296D2DB4-44EA-4670-AB75-C4DF91B61816}">
      <dgm:prSet/>
      <dgm:spPr/>
      <dgm:t>
        <a:bodyPr/>
        <a:lstStyle/>
        <a:p>
          <a:endParaRPr lang="en-US"/>
        </a:p>
      </dgm:t>
    </dgm:pt>
    <dgm:pt modelId="{1B93822A-4356-4608-8BF6-69FC3F445ADA}" type="sibTrans" cxnId="{296D2DB4-44EA-4670-AB75-C4DF91B61816}">
      <dgm:prSet/>
      <dgm:spPr/>
      <dgm:t>
        <a:bodyPr/>
        <a:lstStyle/>
        <a:p>
          <a:endParaRPr lang="en-US"/>
        </a:p>
      </dgm:t>
    </dgm:pt>
    <dgm:pt modelId="{C9D6195F-1CC0-44E1-A989-77E8FBF0B3F2}" type="pres">
      <dgm:prSet presAssocID="{78FCD751-6E16-4674-A2DD-87D0459E2699}" presName="root" presStyleCnt="0">
        <dgm:presLayoutVars>
          <dgm:dir/>
          <dgm:resizeHandles val="exact"/>
        </dgm:presLayoutVars>
      </dgm:prSet>
      <dgm:spPr/>
    </dgm:pt>
    <dgm:pt modelId="{AFF4A71C-F942-4D65-A676-F177A436F7F1}" type="pres">
      <dgm:prSet presAssocID="{FE8B1A02-36E1-46F3-BF79-B1AC952B0668}" presName="compNode" presStyleCnt="0"/>
      <dgm:spPr/>
    </dgm:pt>
    <dgm:pt modelId="{09D9FC14-50E0-42DE-B5E0-BA900055F220}" type="pres">
      <dgm:prSet presAssocID="{FE8B1A02-36E1-46F3-BF79-B1AC952B0668}" presName="bgRect" presStyleLbl="bgShp" presStyleIdx="0" presStyleCnt="4"/>
      <dgm:spPr/>
    </dgm:pt>
    <dgm:pt modelId="{D69554DB-9BFD-4C34-8153-2B7AC70EF350}" type="pres">
      <dgm:prSet presAssocID="{FE8B1A02-36E1-46F3-BF79-B1AC952B0668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lette"/>
        </a:ext>
      </dgm:extLst>
    </dgm:pt>
    <dgm:pt modelId="{4B78E817-525C-4ADA-B77C-65615AABE718}" type="pres">
      <dgm:prSet presAssocID="{FE8B1A02-36E1-46F3-BF79-B1AC952B0668}" presName="spaceRect" presStyleCnt="0"/>
      <dgm:spPr/>
    </dgm:pt>
    <dgm:pt modelId="{26DF94AC-E56A-4CC4-9127-095560E2907A}" type="pres">
      <dgm:prSet presAssocID="{FE8B1A02-36E1-46F3-BF79-B1AC952B0668}" presName="parTx" presStyleLbl="revTx" presStyleIdx="0" presStyleCnt="4">
        <dgm:presLayoutVars>
          <dgm:chMax val="0"/>
          <dgm:chPref val="0"/>
        </dgm:presLayoutVars>
      </dgm:prSet>
      <dgm:spPr/>
    </dgm:pt>
    <dgm:pt modelId="{C93BE849-6208-4140-9569-15C5DC5F6C8C}" type="pres">
      <dgm:prSet presAssocID="{42DCC6DF-7164-408D-B512-900A889E7621}" presName="sibTrans" presStyleCnt="0"/>
      <dgm:spPr/>
    </dgm:pt>
    <dgm:pt modelId="{86A8A503-A55E-4074-BB24-34D5F44ED134}" type="pres">
      <dgm:prSet presAssocID="{AE1F2FEE-69CC-47A4-B1A0-FE0CD6873DC3}" presName="compNode" presStyleCnt="0"/>
      <dgm:spPr/>
    </dgm:pt>
    <dgm:pt modelId="{22C0CF39-5DB3-4E5A-AAAA-309946DADF23}" type="pres">
      <dgm:prSet presAssocID="{AE1F2FEE-69CC-47A4-B1A0-FE0CD6873DC3}" presName="bgRect" presStyleLbl="bgShp" presStyleIdx="1" presStyleCnt="4"/>
      <dgm:spPr/>
    </dgm:pt>
    <dgm:pt modelId="{FB41AF6F-E9D0-4D29-BCAF-A97247797AFF}" type="pres">
      <dgm:prSet presAssocID="{AE1F2FEE-69CC-47A4-B1A0-FE0CD6873DC3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A0E58B5F-616E-4C49-836A-EAC54586514F}" type="pres">
      <dgm:prSet presAssocID="{AE1F2FEE-69CC-47A4-B1A0-FE0CD6873DC3}" presName="spaceRect" presStyleCnt="0"/>
      <dgm:spPr/>
    </dgm:pt>
    <dgm:pt modelId="{791D8BE8-83A0-4D73-892F-BCE13B5ABBDD}" type="pres">
      <dgm:prSet presAssocID="{AE1F2FEE-69CC-47A4-B1A0-FE0CD6873DC3}" presName="parTx" presStyleLbl="revTx" presStyleIdx="1" presStyleCnt="4">
        <dgm:presLayoutVars>
          <dgm:chMax val="0"/>
          <dgm:chPref val="0"/>
        </dgm:presLayoutVars>
      </dgm:prSet>
      <dgm:spPr/>
    </dgm:pt>
    <dgm:pt modelId="{6DA4B45D-89ED-4F1D-88B2-9CC0238464DE}" type="pres">
      <dgm:prSet presAssocID="{2619ACD3-B0F5-4DC3-AE20-C9C85F195375}" presName="sibTrans" presStyleCnt="0"/>
      <dgm:spPr/>
    </dgm:pt>
    <dgm:pt modelId="{2142FFD7-31CF-491C-A84B-E281B295C909}" type="pres">
      <dgm:prSet presAssocID="{07D39334-3341-490B-862E-259295EAD400}" presName="compNode" presStyleCnt="0"/>
      <dgm:spPr/>
    </dgm:pt>
    <dgm:pt modelId="{217EB8FC-1809-4F6B-BC11-5F4B8D110645}" type="pres">
      <dgm:prSet presAssocID="{07D39334-3341-490B-862E-259295EAD400}" presName="bgRect" presStyleLbl="bgShp" presStyleIdx="2" presStyleCnt="4"/>
      <dgm:spPr/>
    </dgm:pt>
    <dgm:pt modelId="{BFD38E21-AB24-402F-A135-EF486AC572BA}" type="pres">
      <dgm:prSet presAssocID="{07D39334-3341-490B-862E-259295EAD400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23DE0B6E-4115-41D0-99DC-D162047ED7E1}" type="pres">
      <dgm:prSet presAssocID="{07D39334-3341-490B-862E-259295EAD400}" presName="spaceRect" presStyleCnt="0"/>
      <dgm:spPr/>
    </dgm:pt>
    <dgm:pt modelId="{77E210B9-D53E-4388-8320-5C2554EEE3A3}" type="pres">
      <dgm:prSet presAssocID="{07D39334-3341-490B-862E-259295EAD400}" presName="parTx" presStyleLbl="revTx" presStyleIdx="2" presStyleCnt="4">
        <dgm:presLayoutVars>
          <dgm:chMax val="0"/>
          <dgm:chPref val="0"/>
        </dgm:presLayoutVars>
      </dgm:prSet>
      <dgm:spPr/>
    </dgm:pt>
    <dgm:pt modelId="{4C0A8020-1A60-4769-ABE3-5D17CE9533A1}" type="pres">
      <dgm:prSet presAssocID="{2444942A-4D75-446C-97F3-A3132C171CFE}" presName="sibTrans" presStyleCnt="0"/>
      <dgm:spPr/>
    </dgm:pt>
    <dgm:pt modelId="{A76BC5CB-CC8F-4CC4-A42C-3F91B4AF657D}" type="pres">
      <dgm:prSet presAssocID="{E4EEDA5A-4EF2-4A24-A50B-60FD1916D608}" presName="compNode" presStyleCnt="0"/>
      <dgm:spPr/>
    </dgm:pt>
    <dgm:pt modelId="{CA024099-4893-4856-8D04-4E5BFA4831D5}" type="pres">
      <dgm:prSet presAssocID="{E4EEDA5A-4EF2-4A24-A50B-60FD1916D608}" presName="bgRect" presStyleLbl="bgShp" presStyleIdx="3" presStyleCnt="4"/>
      <dgm:spPr/>
    </dgm:pt>
    <dgm:pt modelId="{67CBB1F6-70FD-4ACD-AC6B-BE2A97538CE4}" type="pres">
      <dgm:prSet presAssocID="{E4EEDA5A-4EF2-4A24-A50B-60FD1916D608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8F12F93-E08A-4357-A6F9-C53A48255D05}" type="pres">
      <dgm:prSet presAssocID="{E4EEDA5A-4EF2-4A24-A50B-60FD1916D608}" presName="spaceRect" presStyleCnt="0"/>
      <dgm:spPr/>
    </dgm:pt>
    <dgm:pt modelId="{91E0DCFE-2339-46FC-A05B-D3CACBF5F2CC}" type="pres">
      <dgm:prSet presAssocID="{E4EEDA5A-4EF2-4A24-A50B-60FD1916D608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4812F19-7B02-4396-8C48-26863F4EA55E}" type="presOf" srcId="{AE1F2FEE-69CC-47A4-B1A0-FE0CD6873DC3}" destId="{791D8BE8-83A0-4D73-892F-BCE13B5ABBDD}" srcOrd="0" destOrd="0" presId="urn:microsoft.com/office/officeart/2018/2/layout/IconVerticalSolidList"/>
    <dgm:cxn modelId="{9A6ABF3B-6ADB-4D43-9EEE-2E9C0873BFA7}" type="presOf" srcId="{78FCD751-6E16-4674-A2DD-87D0459E2699}" destId="{C9D6195F-1CC0-44E1-A989-77E8FBF0B3F2}" srcOrd="0" destOrd="0" presId="urn:microsoft.com/office/officeart/2018/2/layout/IconVerticalSolidList"/>
    <dgm:cxn modelId="{B6A7E062-A64A-4B8D-8475-1F4FFF76E967}" srcId="{78FCD751-6E16-4674-A2DD-87D0459E2699}" destId="{AE1F2FEE-69CC-47A4-B1A0-FE0CD6873DC3}" srcOrd="1" destOrd="0" parTransId="{86E3B423-DAB9-4105-94E4-B9BD0DDB2EE9}" sibTransId="{2619ACD3-B0F5-4DC3-AE20-C9C85F195375}"/>
    <dgm:cxn modelId="{D778038B-A721-4A18-BB62-397CFE729B4D}" srcId="{78FCD751-6E16-4674-A2DD-87D0459E2699}" destId="{FE8B1A02-36E1-46F3-BF79-B1AC952B0668}" srcOrd="0" destOrd="0" parTransId="{3C24E8AC-B8D2-4FEE-8CDA-6DAA61456088}" sibTransId="{42DCC6DF-7164-408D-B512-900A889E7621}"/>
    <dgm:cxn modelId="{A8C5EEA1-E0F4-4883-9C6F-A92BE45B9DE2}" type="presOf" srcId="{E4EEDA5A-4EF2-4A24-A50B-60FD1916D608}" destId="{91E0DCFE-2339-46FC-A05B-D3CACBF5F2CC}" srcOrd="0" destOrd="0" presId="urn:microsoft.com/office/officeart/2018/2/layout/IconVerticalSolidList"/>
    <dgm:cxn modelId="{296D2DB4-44EA-4670-AB75-C4DF91B61816}" srcId="{78FCD751-6E16-4674-A2DD-87D0459E2699}" destId="{E4EEDA5A-4EF2-4A24-A50B-60FD1916D608}" srcOrd="3" destOrd="0" parTransId="{FD61F5CF-B6D2-492F-B0F8-0962C7894C6B}" sibTransId="{1B93822A-4356-4608-8BF6-69FC3F445ADA}"/>
    <dgm:cxn modelId="{AD9F27CA-7658-4BB8-BCD3-B488A4C113E4}" type="presOf" srcId="{FE8B1A02-36E1-46F3-BF79-B1AC952B0668}" destId="{26DF94AC-E56A-4CC4-9127-095560E2907A}" srcOrd="0" destOrd="0" presId="urn:microsoft.com/office/officeart/2018/2/layout/IconVerticalSolidList"/>
    <dgm:cxn modelId="{6A11E0D6-1496-4DE2-8D0D-EEF5CDFB4C64}" type="presOf" srcId="{07D39334-3341-490B-862E-259295EAD400}" destId="{77E210B9-D53E-4388-8320-5C2554EEE3A3}" srcOrd="0" destOrd="0" presId="urn:microsoft.com/office/officeart/2018/2/layout/IconVerticalSolidList"/>
    <dgm:cxn modelId="{A8E0C3E2-4E67-42FF-A2F4-705CE2C523E8}" srcId="{78FCD751-6E16-4674-A2DD-87D0459E2699}" destId="{07D39334-3341-490B-862E-259295EAD400}" srcOrd="2" destOrd="0" parTransId="{2589616A-6D68-466B-B50A-C95C55987364}" sibTransId="{2444942A-4D75-446C-97F3-A3132C171CFE}"/>
    <dgm:cxn modelId="{816668DA-B02A-4F08-B520-A3A8C5C74F50}" type="presParOf" srcId="{C9D6195F-1CC0-44E1-A989-77E8FBF0B3F2}" destId="{AFF4A71C-F942-4D65-A676-F177A436F7F1}" srcOrd="0" destOrd="0" presId="urn:microsoft.com/office/officeart/2018/2/layout/IconVerticalSolidList"/>
    <dgm:cxn modelId="{171C8C48-F234-4B11-9EBC-F306E20A4A00}" type="presParOf" srcId="{AFF4A71C-F942-4D65-A676-F177A436F7F1}" destId="{09D9FC14-50E0-42DE-B5E0-BA900055F220}" srcOrd="0" destOrd="0" presId="urn:microsoft.com/office/officeart/2018/2/layout/IconVerticalSolidList"/>
    <dgm:cxn modelId="{E78F2F2C-3A1B-4F9B-9316-9AC62712F5F8}" type="presParOf" srcId="{AFF4A71C-F942-4D65-A676-F177A436F7F1}" destId="{D69554DB-9BFD-4C34-8153-2B7AC70EF350}" srcOrd="1" destOrd="0" presId="urn:microsoft.com/office/officeart/2018/2/layout/IconVerticalSolidList"/>
    <dgm:cxn modelId="{AF2AE7FD-E06A-43EE-9520-11B28143AD5B}" type="presParOf" srcId="{AFF4A71C-F942-4D65-A676-F177A436F7F1}" destId="{4B78E817-525C-4ADA-B77C-65615AABE718}" srcOrd="2" destOrd="0" presId="urn:microsoft.com/office/officeart/2018/2/layout/IconVerticalSolidList"/>
    <dgm:cxn modelId="{4AA93DD9-0F5A-4AA9-8B44-7D40767E77B6}" type="presParOf" srcId="{AFF4A71C-F942-4D65-A676-F177A436F7F1}" destId="{26DF94AC-E56A-4CC4-9127-095560E2907A}" srcOrd="3" destOrd="0" presId="urn:microsoft.com/office/officeart/2018/2/layout/IconVerticalSolidList"/>
    <dgm:cxn modelId="{6554DC3F-909F-42AD-86BE-6D18AF5AE8FF}" type="presParOf" srcId="{C9D6195F-1CC0-44E1-A989-77E8FBF0B3F2}" destId="{C93BE849-6208-4140-9569-15C5DC5F6C8C}" srcOrd="1" destOrd="0" presId="urn:microsoft.com/office/officeart/2018/2/layout/IconVerticalSolidList"/>
    <dgm:cxn modelId="{5B1B28A7-BBAA-4E94-8EDC-488F5C5E521C}" type="presParOf" srcId="{C9D6195F-1CC0-44E1-A989-77E8FBF0B3F2}" destId="{86A8A503-A55E-4074-BB24-34D5F44ED134}" srcOrd="2" destOrd="0" presId="urn:microsoft.com/office/officeart/2018/2/layout/IconVerticalSolidList"/>
    <dgm:cxn modelId="{DA583A2B-2A23-4B74-BC6E-E69A5C860864}" type="presParOf" srcId="{86A8A503-A55E-4074-BB24-34D5F44ED134}" destId="{22C0CF39-5DB3-4E5A-AAAA-309946DADF23}" srcOrd="0" destOrd="0" presId="urn:microsoft.com/office/officeart/2018/2/layout/IconVerticalSolidList"/>
    <dgm:cxn modelId="{5D2082F8-2A37-4804-B67D-AB445D22502D}" type="presParOf" srcId="{86A8A503-A55E-4074-BB24-34D5F44ED134}" destId="{FB41AF6F-E9D0-4D29-BCAF-A97247797AFF}" srcOrd="1" destOrd="0" presId="urn:microsoft.com/office/officeart/2018/2/layout/IconVerticalSolidList"/>
    <dgm:cxn modelId="{B6233AA8-DD98-4542-8F40-7FC018D2191F}" type="presParOf" srcId="{86A8A503-A55E-4074-BB24-34D5F44ED134}" destId="{A0E58B5F-616E-4C49-836A-EAC54586514F}" srcOrd="2" destOrd="0" presId="urn:microsoft.com/office/officeart/2018/2/layout/IconVerticalSolidList"/>
    <dgm:cxn modelId="{9F9F1D5A-7906-437B-A3D6-A38B85F97EC4}" type="presParOf" srcId="{86A8A503-A55E-4074-BB24-34D5F44ED134}" destId="{791D8BE8-83A0-4D73-892F-BCE13B5ABBDD}" srcOrd="3" destOrd="0" presId="urn:microsoft.com/office/officeart/2018/2/layout/IconVerticalSolidList"/>
    <dgm:cxn modelId="{B1C33709-F21F-4BC5-8528-BD7BDE226981}" type="presParOf" srcId="{C9D6195F-1CC0-44E1-A989-77E8FBF0B3F2}" destId="{6DA4B45D-89ED-4F1D-88B2-9CC0238464DE}" srcOrd="3" destOrd="0" presId="urn:microsoft.com/office/officeart/2018/2/layout/IconVerticalSolidList"/>
    <dgm:cxn modelId="{C381B83B-B164-4609-8AE1-F64EDAE2732D}" type="presParOf" srcId="{C9D6195F-1CC0-44E1-A989-77E8FBF0B3F2}" destId="{2142FFD7-31CF-491C-A84B-E281B295C909}" srcOrd="4" destOrd="0" presId="urn:microsoft.com/office/officeart/2018/2/layout/IconVerticalSolidList"/>
    <dgm:cxn modelId="{4A29467C-9BCE-4196-AF59-264DA09B05AB}" type="presParOf" srcId="{2142FFD7-31CF-491C-A84B-E281B295C909}" destId="{217EB8FC-1809-4F6B-BC11-5F4B8D110645}" srcOrd="0" destOrd="0" presId="urn:microsoft.com/office/officeart/2018/2/layout/IconVerticalSolidList"/>
    <dgm:cxn modelId="{A1BB8B62-3F56-40F2-82F3-A6C6E07E062D}" type="presParOf" srcId="{2142FFD7-31CF-491C-A84B-E281B295C909}" destId="{BFD38E21-AB24-402F-A135-EF486AC572BA}" srcOrd="1" destOrd="0" presId="urn:microsoft.com/office/officeart/2018/2/layout/IconVerticalSolidList"/>
    <dgm:cxn modelId="{30A62B45-2B55-43E7-9153-A7A21D9D3AA2}" type="presParOf" srcId="{2142FFD7-31CF-491C-A84B-E281B295C909}" destId="{23DE0B6E-4115-41D0-99DC-D162047ED7E1}" srcOrd="2" destOrd="0" presId="urn:microsoft.com/office/officeart/2018/2/layout/IconVerticalSolidList"/>
    <dgm:cxn modelId="{9115BF10-9F16-4A29-ACAC-51042E96CDA4}" type="presParOf" srcId="{2142FFD7-31CF-491C-A84B-E281B295C909}" destId="{77E210B9-D53E-4388-8320-5C2554EEE3A3}" srcOrd="3" destOrd="0" presId="urn:microsoft.com/office/officeart/2018/2/layout/IconVerticalSolidList"/>
    <dgm:cxn modelId="{378DEE6E-CFD4-40E1-8A50-CEFEBAC7A6B7}" type="presParOf" srcId="{C9D6195F-1CC0-44E1-A989-77E8FBF0B3F2}" destId="{4C0A8020-1A60-4769-ABE3-5D17CE9533A1}" srcOrd="5" destOrd="0" presId="urn:microsoft.com/office/officeart/2018/2/layout/IconVerticalSolidList"/>
    <dgm:cxn modelId="{CA44E601-2CFD-4256-929B-32860F2E9C5C}" type="presParOf" srcId="{C9D6195F-1CC0-44E1-A989-77E8FBF0B3F2}" destId="{A76BC5CB-CC8F-4CC4-A42C-3F91B4AF657D}" srcOrd="6" destOrd="0" presId="urn:microsoft.com/office/officeart/2018/2/layout/IconVerticalSolidList"/>
    <dgm:cxn modelId="{F3BC1EE2-E552-4479-BE60-914FA1032F92}" type="presParOf" srcId="{A76BC5CB-CC8F-4CC4-A42C-3F91B4AF657D}" destId="{CA024099-4893-4856-8D04-4E5BFA4831D5}" srcOrd="0" destOrd="0" presId="urn:microsoft.com/office/officeart/2018/2/layout/IconVerticalSolidList"/>
    <dgm:cxn modelId="{B36738FE-04F7-4BCB-A682-DD1ABD038727}" type="presParOf" srcId="{A76BC5CB-CC8F-4CC4-A42C-3F91B4AF657D}" destId="{67CBB1F6-70FD-4ACD-AC6B-BE2A97538CE4}" srcOrd="1" destOrd="0" presId="urn:microsoft.com/office/officeart/2018/2/layout/IconVerticalSolidList"/>
    <dgm:cxn modelId="{2A31BEA4-19C8-403F-AD43-FAC3C5FA6778}" type="presParOf" srcId="{A76BC5CB-CC8F-4CC4-A42C-3F91B4AF657D}" destId="{18F12F93-E08A-4357-A6F9-C53A48255D05}" srcOrd="2" destOrd="0" presId="urn:microsoft.com/office/officeart/2018/2/layout/IconVerticalSolidList"/>
    <dgm:cxn modelId="{BA7F8272-5326-4BD0-B257-542A81E9990E}" type="presParOf" srcId="{A76BC5CB-CC8F-4CC4-A42C-3F91B4AF657D}" destId="{91E0DCFE-2339-46FC-A05B-D3CACBF5F2C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3E11AB0-1E5D-4AAE-96C7-7C0DB9CFFCC3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BD329A29-135B-4350-9D62-038C4E1AA28D}">
      <dgm:prSet/>
      <dgm:spPr/>
      <dgm:t>
        <a:bodyPr/>
        <a:lstStyle/>
        <a:p>
          <a:pPr>
            <a:defRPr b="1"/>
          </a:pPr>
          <a:r>
            <a:rPr lang="en-US" b="1"/>
            <a:t>Database Integrity Constraints.</a:t>
          </a:r>
          <a:endParaRPr lang="en-US"/>
        </a:p>
      </dgm:t>
    </dgm:pt>
    <dgm:pt modelId="{B59BD6EE-6C6C-462D-B235-126761F54316}" type="parTrans" cxnId="{5ECECC94-5E9D-4224-A839-1601A39C989D}">
      <dgm:prSet/>
      <dgm:spPr/>
      <dgm:t>
        <a:bodyPr/>
        <a:lstStyle/>
        <a:p>
          <a:endParaRPr lang="en-US"/>
        </a:p>
      </dgm:t>
    </dgm:pt>
    <dgm:pt modelId="{B4D1661D-6C9A-4D1C-BA25-8D9DD3D12C2B}" type="sibTrans" cxnId="{5ECECC94-5E9D-4224-A839-1601A39C989D}">
      <dgm:prSet/>
      <dgm:spPr/>
      <dgm:t>
        <a:bodyPr/>
        <a:lstStyle/>
        <a:p>
          <a:endParaRPr lang="en-US"/>
        </a:p>
      </dgm:t>
    </dgm:pt>
    <dgm:pt modelId="{46F01B03-8B3A-42BD-B286-538A73451992}">
      <dgm:prSet/>
      <dgm:spPr/>
      <dgm:t>
        <a:bodyPr/>
        <a:lstStyle/>
        <a:p>
          <a:r>
            <a:rPr lang="en-US" b="1"/>
            <a:t>Primary Key</a:t>
          </a:r>
          <a:endParaRPr lang="en-US"/>
        </a:p>
      </dgm:t>
    </dgm:pt>
    <dgm:pt modelId="{DBE7C309-2375-402C-8990-828C15859AD6}" type="parTrans" cxnId="{93327B86-39A0-4F61-8C1B-138972B5FCE6}">
      <dgm:prSet/>
      <dgm:spPr/>
      <dgm:t>
        <a:bodyPr/>
        <a:lstStyle/>
        <a:p>
          <a:endParaRPr lang="en-US"/>
        </a:p>
      </dgm:t>
    </dgm:pt>
    <dgm:pt modelId="{4AF64804-61A7-4795-9669-122123EF1A7C}" type="sibTrans" cxnId="{93327B86-39A0-4F61-8C1B-138972B5FCE6}">
      <dgm:prSet/>
      <dgm:spPr/>
      <dgm:t>
        <a:bodyPr/>
        <a:lstStyle/>
        <a:p>
          <a:endParaRPr lang="en-US"/>
        </a:p>
      </dgm:t>
    </dgm:pt>
    <dgm:pt modelId="{742F5F9D-85C4-4D38-9BA4-DF37F9263110}">
      <dgm:prSet/>
      <dgm:spPr/>
      <dgm:t>
        <a:bodyPr/>
        <a:lstStyle/>
        <a:p>
          <a:r>
            <a:rPr lang="en-US" b="1"/>
            <a:t>Foreign Key</a:t>
          </a:r>
          <a:endParaRPr lang="en-US"/>
        </a:p>
      </dgm:t>
    </dgm:pt>
    <dgm:pt modelId="{B2C32B4C-470F-4E49-83CA-754857835F77}" type="parTrans" cxnId="{CAE9C30C-76F7-4853-AA6B-12902EB86AFD}">
      <dgm:prSet/>
      <dgm:spPr/>
      <dgm:t>
        <a:bodyPr/>
        <a:lstStyle/>
        <a:p>
          <a:endParaRPr lang="en-US"/>
        </a:p>
      </dgm:t>
    </dgm:pt>
    <dgm:pt modelId="{9B75FC4A-BB4D-4455-B705-3C0E600B1B3E}" type="sibTrans" cxnId="{CAE9C30C-76F7-4853-AA6B-12902EB86AFD}">
      <dgm:prSet/>
      <dgm:spPr/>
      <dgm:t>
        <a:bodyPr/>
        <a:lstStyle/>
        <a:p>
          <a:endParaRPr lang="en-US"/>
        </a:p>
      </dgm:t>
    </dgm:pt>
    <dgm:pt modelId="{7827499A-DAFD-43F7-81F6-E5B785609F52}">
      <dgm:prSet/>
      <dgm:spPr/>
      <dgm:t>
        <a:bodyPr/>
        <a:lstStyle/>
        <a:p>
          <a:r>
            <a:rPr lang="en-US" b="1"/>
            <a:t>Surrogate Key</a:t>
          </a:r>
          <a:endParaRPr lang="en-US"/>
        </a:p>
      </dgm:t>
    </dgm:pt>
    <dgm:pt modelId="{081C50D2-DDCD-4FA9-8E6B-E1DB9B0D866A}" type="parTrans" cxnId="{5C6369D3-B28C-40A7-97DF-019F1A8F4971}">
      <dgm:prSet/>
      <dgm:spPr/>
      <dgm:t>
        <a:bodyPr/>
        <a:lstStyle/>
        <a:p>
          <a:endParaRPr lang="en-US"/>
        </a:p>
      </dgm:t>
    </dgm:pt>
    <dgm:pt modelId="{A7F17B5F-0A0E-4158-91F0-8D4B4BA5203A}" type="sibTrans" cxnId="{5C6369D3-B28C-40A7-97DF-019F1A8F4971}">
      <dgm:prSet/>
      <dgm:spPr/>
      <dgm:t>
        <a:bodyPr/>
        <a:lstStyle/>
        <a:p>
          <a:endParaRPr lang="en-US"/>
        </a:p>
      </dgm:t>
    </dgm:pt>
    <dgm:pt modelId="{DFA69A90-A625-45EB-BD84-E27D39F5B77E}">
      <dgm:prSet/>
      <dgm:spPr/>
      <dgm:t>
        <a:bodyPr/>
        <a:lstStyle/>
        <a:p>
          <a:pPr>
            <a:defRPr b="1"/>
          </a:pPr>
          <a:r>
            <a:rPr lang="en-US" b="1" dirty="0"/>
            <a:t>Control Mechanisms</a:t>
          </a:r>
          <a:endParaRPr lang="en-US" dirty="0"/>
        </a:p>
      </dgm:t>
    </dgm:pt>
    <dgm:pt modelId="{4BE92D62-074D-4306-B1F4-40D0EE56CD88}" type="parTrans" cxnId="{12831D1E-A613-4317-A6F7-D7F91A137CD8}">
      <dgm:prSet/>
      <dgm:spPr/>
      <dgm:t>
        <a:bodyPr/>
        <a:lstStyle/>
        <a:p>
          <a:endParaRPr lang="en-US"/>
        </a:p>
      </dgm:t>
    </dgm:pt>
    <dgm:pt modelId="{793A5A66-0159-41B7-B6B7-DAC2930CFB5F}" type="sibTrans" cxnId="{12831D1E-A613-4317-A6F7-D7F91A137CD8}">
      <dgm:prSet/>
      <dgm:spPr/>
      <dgm:t>
        <a:bodyPr/>
        <a:lstStyle/>
        <a:p>
          <a:endParaRPr lang="en-US"/>
        </a:p>
      </dgm:t>
    </dgm:pt>
    <dgm:pt modelId="{5D416F86-63D2-40DA-B38E-05EC0C8D2278}">
      <dgm:prSet/>
      <dgm:spPr/>
      <dgm:t>
        <a:bodyPr/>
        <a:lstStyle/>
        <a:p>
          <a:r>
            <a:rPr lang="en-US" b="1"/>
            <a:t>DML</a:t>
          </a:r>
          <a:endParaRPr lang="en-US"/>
        </a:p>
      </dgm:t>
    </dgm:pt>
    <dgm:pt modelId="{203E0AE3-71D0-4749-85A0-26187C7DE01C}" type="parTrans" cxnId="{374F4EF1-BA0E-40F3-97DC-3547F75E011C}">
      <dgm:prSet/>
      <dgm:spPr/>
      <dgm:t>
        <a:bodyPr/>
        <a:lstStyle/>
        <a:p>
          <a:endParaRPr lang="en-US"/>
        </a:p>
      </dgm:t>
    </dgm:pt>
    <dgm:pt modelId="{9F6E8A0C-D2E5-49FD-854E-0AF54663D46F}" type="sibTrans" cxnId="{374F4EF1-BA0E-40F3-97DC-3547F75E011C}">
      <dgm:prSet/>
      <dgm:spPr/>
      <dgm:t>
        <a:bodyPr/>
        <a:lstStyle/>
        <a:p>
          <a:endParaRPr lang="en-US"/>
        </a:p>
      </dgm:t>
    </dgm:pt>
    <dgm:pt modelId="{BF072657-0D77-4A7F-A645-0561E233FB1E}">
      <dgm:prSet/>
      <dgm:spPr/>
      <dgm:t>
        <a:bodyPr/>
        <a:lstStyle/>
        <a:p>
          <a:r>
            <a:rPr lang="en-US" b="1"/>
            <a:t>DDL</a:t>
          </a:r>
          <a:endParaRPr lang="en-US"/>
        </a:p>
      </dgm:t>
    </dgm:pt>
    <dgm:pt modelId="{091826B7-C211-483B-8B44-261D8ED71A56}" type="parTrans" cxnId="{1CFB6D06-36B6-4E9A-A07E-6338A76A27DD}">
      <dgm:prSet/>
      <dgm:spPr/>
      <dgm:t>
        <a:bodyPr/>
        <a:lstStyle/>
        <a:p>
          <a:endParaRPr lang="en-US"/>
        </a:p>
      </dgm:t>
    </dgm:pt>
    <dgm:pt modelId="{FB54238A-F5B8-4FAA-82B5-12B7B6AE1C05}" type="sibTrans" cxnId="{1CFB6D06-36B6-4E9A-A07E-6338A76A27DD}">
      <dgm:prSet/>
      <dgm:spPr/>
      <dgm:t>
        <a:bodyPr/>
        <a:lstStyle/>
        <a:p>
          <a:endParaRPr lang="en-US"/>
        </a:p>
      </dgm:t>
    </dgm:pt>
    <dgm:pt modelId="{1A8BA43F-B465-4A65-BAA9-4CECA1A889CB}">
      <dgm:prSet/>
      <dgm:spPr/>
      <dgm:t>
        <a:bodyPr/>
        <a:lstStyle/>
        <a:p>
          <a:r>
            <a:rPr lang="en-US" b="1"/>
            <a:t>TCL</a:t>
          </a:r>
          <a:endParaRPr lang="en-US"/>
        </a:p>
      </dgm:t>
    </dgm:pt>
    <dgm:pt modelId="{4E6590B8-F285-4C75-8D0A-4BD63378DC4E}" type="parTrans" cxnId="{088785B7-967F-499B-8F4F-38CA5B47C61C}">
      <dgm:prSet/>
      <dgm:spPr/>
      <dgm:t>
        <a:bodyPr/>
        <a:lstStyle/>
        <a:p>
          <a:endParaRPr lang="en-US"/>
        </a:p>
      </dgm:t>
    </dgm:pt>
    <dgm:pt modelId="{43AEA2ED-6987-4D5A-9913-9CE8A8B3699E}" type="sibTrans" cxnId="{088785B7-967F-499B-8F4F-38CA5B47C61C}">
      <dgm:prSet/>
      <dgm:spPr/>
      <dgm:t>
        <a:bodyPr/>
        <a:lstStyle/>
        <a:p>
          <a:endParaRPr lang="en-US"/>
        </a:p>
      </dgm:t>
    </dgm:pt>
    <dgm:pt modelId="{378600A6-8C02-4468-B4C2-1C8C83A3AA4F}" type="pres">
      <dgm:prSet presAssocID="{13E11AB0-1E5D-4AAE-96C7-7C0DB9CFFCC3}" presName="root" presStyleCnt="0">
        <dgm:presLayoutVars>
          <dgm:dir/>
          <dgm:resizeHandles val="exact"/>
        </dgm:presLayoutVars>
      </dgm:prSet>
      <dgm:spPr/>
    </dgm:pt>
    <dgm:pt modelId="{EC1A3E3E-FA86-42C2-A376-339C2060C779}" type="pres">
      <dgm:prSet presAssocID="{BD329A29-135B-4350-9D62-038C4E1AA28D}" presName="compNode" presStyleCnt="0"/>
      <dgm:spPr/>
    </dgm:pt>
    <dgm:pt modelId="{9B49926E-85D6-4E56-A115-75DBF2167121}" type="pres">
      <dgm:prSet presAssocID="{BD329A29-135B-4350-9D62-038C4E1AA28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1B7ACFCA-DFF1-4B71-824D-748F442C0324}" type="pres">
      <dgm:prSet presAssocID="{BD329A29-135B-4350-9D62-038C4E1AA28D}" presName="iconSpace" presStyleCnt="0"/>
      <dgm:spPr/>
    </dgm:pt>
    <dgm:pt modelId="{E8995CC8-8FF7-4C02-AB7A-C82D947B6E3C}" type="pres">
      <dgm:prSet presAssocID="{BD329A29-135B-4350-9D62-038C4E1AA28D}" presName="parTx" presStyleLbl="revTx" presStyleIdx="0" presStyleCnt="4">
        <dgm:presLayoutVars>
          <dgm:chMax val="0"/>
          <dgm:chPref val="0"/>
        </dgm:presLayoutVars>
      </dgm:prSet>
      <dgm:spPr/>
    </dgm:pt>
    <dgm:pt modelId="{929C5EAE-7098-4296-9A2A-22BEC0ADF4BD}" type="pres">
      <dgm:prSet presAssocID="{BD329A29-135B-4350-9D62-038C4E1AA28D}" presName="txSpace" presStyleCnt="0"/>
      <dgm:spPr/>
    </dgm:pt>
    <dgm:pt modelId="{E8ECE815-3592-40BE-BEA1-8198F3B82DAE}" type="pres">
      <dgm:prSet presAssocID="{BD329A29-135B-4350-9D62-038C4E1AA28D}" presName="desTx" presStyleLbl="revTx" presStyleIdx="1" presStyleCnt="4">
        <dgm:presLayoutVars/>
      </dgm:prSet>
      <dgm:spPr/>
    </dgm:pt>
    <dgm:pt modelId="{B51C41E6-A203-4737-9314-3ED1D2951851}" type="pres">
      <dgm:prSet presAssocID="{B4D1661D-6C9A-4D1C-BA25-8D9DD3D12C2B}" presName="sibTrans" presStyleCnt="0"/>
      <dgm:spPr/>
    </dgm:pt>
    <dgm:pt modelId="{51D90105-5944-44D2-A7E0-51B63AC994BE}" type="pres">
      <dgm:prSet presAssocID="{DFA69A90-A625-45EB-BD84-E27D39F5B77E}" presName="compNode" presStyleCnt="0"/>
      <dgm:spPr/>
    </dgm:pt>
    <dgm:pt modelId="{3AF1A300-C288-4353-B9AF-0817892FAA38}" type="pres">
      <dgm:prSet presAssocID="{DFA69A90-A625-45EB-BD84-E27D39F5B77E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EC094DD-6108-4B1F-A5F5-EB8E9AB367C3}" type="pres">
      <dgm:prSet presAssocID="{DFA69A90-A625-45EB-BD84-E27D39F5B77E}" presName="iconSpace" presStyleCnt="0"/>
      <dgm:spPr/>
    </dgm:pt>
    <dgm:pt modelId="{D3AD92B0-8083-4333-B226-16FE19A8357F}" type="pres">
      <dgm:prSet presAssocID="{DFA69A90-A625-45EB-BD84-E27D39F5B77E}" presName="parTx" presStyleLbl="revTx" presStyleIdx="2" presStyleCnt="4">
        <dgm:presLayoutVars>
          <dgm:chMax val="0"/>
          <dgm:chPref val="0"/>
        </dgm:presLayoutVars>
      </dgm:prSet>
      <dgm:spPr/>
    </dgm:pt>
    <dgm:pt modelId="{AC07DEF8-DA67-4F2B-BDFE-03D70D23841E}" type="pres">
      <dgm:prSet presAssocID="{DFA69A90-A625-45EB-BD84-E27D39F5B77E}" presName="txSpace" presStyleCnt="0"/>
      <dgm:spPr/>
    </dgm:pt>
    <dgm:pt modelId="{4831B8E7-5541-409C-B07D-F9B2FB840A5F}" type="pres">
      <dgm:prSet presAssocID="{DFA69A90-A625-45EB-BD84-E27D39F5B77E}" presName="desTx" presStyleLbl="revTx" presStyleIdx="3" presStyleCnt="4">
        <dgm:presLayoutVars/>
      </dgm:prSet>
      <dgm:spPr/>
    </dgm:pt>
  </dgm:ptLst>
  <dgm:cxnLst>
    <dgm:cxn modelId="{1CFB6D06-36B6-4E9A-A07E-6338A76A27DD}" srcId="{DFA69A90-A625-45EB-BD84-E27D39F5B77E}" destId="{BF072657-0D77-4A7F-A645-0561E233FB1E}" srcOrd="1" destOrd="0" parTransId="{091826B7-C211-483B-8B44-261D8ED71A56}" sibTransId="{FB54238A-F5B8-4FAA-82B5-12B7B6AE1C05}"/>
    <dgm:cxn modelId="{CAE9C30C-76F7-4853-AA6B-12902EB86AFD}" srcId="{BD329A29-135B-4350-9D62-038C4E1AA28D}" destId="{742F5F9D-85C4-4D38-9BA4-DF37F9263110}" srcOrd="1" destOrd="0" parTransId="{B2C32B4C-470F-4E49-83CA-754857835F77}" sibTransId="{9B75FC4A-BB4D-4455-B705-3C0E600B1B3E}"/>
    <dgm:cxn modelId="{2D1E141A-E7AD-4E6A-8E58-E3DE4FC2E422}" type="presOf" srcId="{5D416F86-63D2-40DA-B38E-05EC0C8D2278}" destId="{4831B8E7-5541-409C-B07D-F9B2FB840A5F}" srcOrd="0" destOrd="0" presId="urn:microsoft.com/office/officeart/2018/2/layout/IconLabelDescriptionList"/>
    <dgm:cxn modelId="{12831D1E-A613-4317-A6F7-D7F91A137CD8}" srcId="{13E11AB0-1E5D-4AAE-96C7-7C0DB9CFFCC3}" destId="{DFA69A90-A625-45EB-BD84-E27D39F5B77E}" srcOrd="1" destOrd="0" parTransId="{4BE92D62-074D-4306-B1F4-40D0EE56CD88}" sibTransId="{793A5A66-0159-41B7-B6B7-DAC2930CFB5F}"/>
    <dgm:cxn modelId="{1FC4F82B-561A-4F6F-BA8F-5C0CF7F8DEE7}" type="presOf" srcId="{BF072657-0D77-4A7F-A645-0561E233FB1E}" destId="{4831B8E7-5541-409C-B07D-F9B2FB840A5F}" srcOrd="0" destOrd="1" presId="urn:microsoft.com/office/officeart/2018/2/layout/IconLabelDescriptionList"/>
    <dgm:cxn modelId="{FCD9B231-B43F-426D-825C-5DE92B5275AE}" type="presOf" srcId="{1A8BA43F-B465-4A65-BAA9-4CECA1A889CB}" destId="{4831B8E7-5541-409C-B07D-F9B2FB840A5F}" srcOrd="0" destOrd="2" presId="urn:microsoft.com/office/officeart/2018/2/layout/IconLabelDescriptionList"/>
    <dgm:cxn modelId="{93327B86-39A0-4F61-8C1B-138972B5FCE6}" srcId="{BD329A29-135B-4350-9D62-038C4E1AA28D}" destId="{46F01B03-8B3A-42BD-B286-538A73451992}" srcOrd="0" destOrd="0" parTransId="{DBE7C309-2375-402C-8990-828C15859AD6}" sibTransId="{4AF64804-61A7-4795-9669-122123EF1A7C}"/>
    <dgm:cxn modelId="{5ECECC94-5E9D-4224-A839-1601A39C989D}" srcId="{13E11AB0-1E5D-4AAE-96C7-7C0DB9CFFCC3}" destId="{BD329A29-135B-4350-9D62-038C4E1AA28D}" srcOrd="0" destOrd="0" parTransId="{B59BD6EE-6C6C-462D-B235-126761F54316}" sibTransId="{B4D1661D-6C9A-4D1C-BA25-8D9DD3D12C2B}"/>
    <dgm:cxn modelId="{4AD996A4-C91B-4D63-A74A-2F880544CBFD}" type="presOf" srcId="{46F01B03-8B3A-42BD-B286-538A73451992}" destId="{E8ECE815-3592-40BE-BEA1-8198F3B82DAE}" srcOrd="0" destOrd="0" presId="urn:microsoft.com/office/officeart/2018/2/layout/IconLabelDescriptionList"/>
    <dgm:cxn modelId="{088785B7-967F-499B-8F4F-38CA5B47C61C}" srcId="{DFA69A90-A625-45EB-BD84-E27D39F5B77E}" destId="{1A8BA43F-B465-4A65-BAA9-4CECA1A889CB}" srcOrd="2" destOrd="0" parTransId="{4E6590B8-F285-4C75-8D0A-4BD63378DC4E}" sibTransId="{43AEA2ED-6987-4D5A-9913-9CE8A8B3699E}"/>
    <dgm:cxn modelId="{7D5F9CCD-59E1-486E-80CE-54B917A87806}" type="presOf" srcId="{13E11AB0-1E5D-4AAE-96C7-7C0DB9CFFCC3}" destId="{378600A6-8C02-4468-B4C2-1C8C83A3AA4F}" srcOrd="0" destOrd="0" presId="urn:microsoft.com/office/officeart/2018/2/layout/IconLabelDescriptionList"/>
    <dgm:cxn modelId="{5C6369D3-B28C-40A7-97DF-019F1A8F4971}" srcId="{BD329A29-135B-4350-9D62-038C4E1AA28D}" destId="{7827499A-DAFD-43F7-81F6-E5B785609F52}" srcOrd="2" destOrd="0" parTransId="{081C50D2-DDCD-4FA9-8E6B-E1DB9B0D866A}" sibTransId="{A7F17B5F-0A0E-4158-91F0-8D4B4BA5203A}"/>
    <dgm:cxn modelId="{CA2D66E5-CCC2-44F7-8D8F-39C3D58D7D3B}" type="presOf" srcId="{DFA69A90-A625-45EB-BD84-E27D39F5B77E}" destId="{D3AD92B0-8083-4333-B226-16FE19A8357F}" srcOrd="0" destOrd="0" presId="urn:microsoft.com/office/officeart/2018/2/layout/IconLabelDescriptionList"/>
    <dgm:cxn modelId="{D898D2F0-5185-4241-9C88-B889F051CB2C}" type="presOf" srcId="{7827499A-DAFD-43F7-81F6-E5B785609F52}" destId="{E8ECE815-3592-40BE-BEA1-8198F3B82DAE}" srcOrd="0" destOrd="2" presId="urn:microsoft.com/office/officeart/2018/2/layout/IconLabelDescriptionList"/>
    <dgm:cxn modelId="{374F4EF1-BA0E-40F3-97DC-3547F75E011C}" srcId="{DFA69A90-A625-45EB-BD84-E27D39F5B77E}" destId="{5D416F86-63D2-40DA-B38E-05EC0C8D2278}" srcOrd="0" destOrd="0" parTransId="{203E0AE3-71D0-4749-85A0-26187C7DE01C}" sibTransId="{9F6E8A0C-D2E5-49FD-854E-0AF54663D46F}"/>
    <dgm:cxn modelId="{AA6582F2-D35C-456C-9124-38C4807B78D2}" type="presOf" srcId="{742F5F9D-85C4-4D38-9BA4-DF37F9263110}" destId="{E8ECE815-3592-40BE-BEA1-8198F3B82DAE}" srcOrd="0" destOrd="1" presId="urn:microsoft.com/office/officeart/2018/2/layout/IconLabelDescriptionList"/>
    <dgm:cxn modelId="{7AC579FF-4BCD-4856-BFDF-9312524991A6}" type="presOf" srcId="{BD329A29-135B-4350-9D62-038C4E1AA28D}" destId="{E8995CC8-8FF7-4C02-AB7A-C82D947B6E3C}" srcOrd="0" destOrd="0" presId="urn:microsoft.com/office/officeart/2018/2/layout/IconLabelDescriptionList"/>
    <dgm:cxn modelId="{DC3A6361-12AC-45F8-B184-C69398EC4018}" type="presParOf" srcId="{378600A6-8C02-4468-B4C2-1C8C83A3AA4F}" destId="{EC1A3E3E-FA86-42C2-A376-339C2060C779}" srcOrd="0" destOrd="0" presId="urn:microsoft.com/office/officeart/2018/2/layout/IconLabelDescriptionList"/>
    <dgm:cxn modelId="{DF8A5452-0282-44AF-B816-5830BFD8DD7A}" type="presParOf" srcId="{EC1A3E3E-FA86-42C2-A376-339C2060C779}" destId="{9B49926E-85D6-4E56-A115-75DBF2167121}" srcOrd="0" destOrd="0" presId="urn:microsoft.com/office/officeart/2018/2/layout/IconLabelDescriptionList"/>
    <dgm:cxn modelId="{943F811B-284A-423E-8CF9-D95CF0663CEC}" type="presParOf" srcId="{EC1A3E3E-FA86-42C2-A376-339C2060C779}" destId="{1B7ACFCA-DFF1-4B71-824D-748F442C0324}" srcOrd="1" destOrd="0" presId="urn:microsoft.com/office/officeart/2018/2/layout/IconLabelDescriptionList"/>
    <dgm:cxn modelId="{694BB8C3-0B73-4914-8081-39834A4F1352}" type="presParOf" srcId="{EC1A3E3E-FA86-42C2-A376-339C2060C779}" destId="{E8995CC8-8FF7-4C02-AB7A-C82D947B6E3C}" srcOrd="2" destOrd="0" presId="urn:microsoft.com/office/officeart/2018/2/layout/IconLabelDescriptionList"/>
    <dgm:cxn modelId="{32ECFCF0-7423-4DCC-B68F-E35EE06751B5}" type="presParOf" srcId="{EC1A3E3E-FA86-42C2-A376-339C2060C779}" destId="{929C5EAE-7098-4296-9A2A-22BEC0ADF4BD}" srcOrd="3" destOrd="0" presId="urn:microsoft.com/office/officeart/2018/2/layout/IconLabelDescriptionList"/>
    <dgm:cxn modelId="{324BE5CD-DBDD-4BE5-9839-8C6C37575A46}" type="presParOf" srcId="{EC1A3E3E-FA86-42C2-A376-339C2060C779}" destId="{E8ECE815-3592-40BE-BEA1-8198F3B82DAE}" srcOrd="4" destOrd="0" presId="urn:microsoft.com/office/officeart/2018/2/layout/IconLabelDescriptionList"/>
    <dgm:cxn modelId="{3B909C0C-E886-410A-B138-3D0C52636AA3}" type="presParOf" srcId="{378600A6-8C02-4468-B4C2-1C8C83A3AA4F}" destId="{B51C41E6-A203-4737-9314-3ED1D2951851}" srcOrd="1" destOrd="0" presId="urn:microsoft.com/office/officeart/2018/2/layout/IconLabelDescriptionList"/>
    <dgm:cxn modelId="{0117431C-9465-47D2-9AD3-1B15CEDD4B05}" type="presParOf" srcId="{378600A6-8C02-4468-B4C2-1C8C83A3AA4F}" destId="{51D90105-5944-44D2-A7E0-51B63AC994BE}" srcOrd="2" destOrd="0" presId="urn:microsoft.com/office/officeart/2018/2/layout/IconLabelDescriptionList"/>
    <dgm:cxn modelId="{9D54C11F-C050-48BD-AAFD-6CD5C808E24D}" type="presParOf" srcId="{51D90105-5944-44D2-A7E0-51B63AC994BE}" destId="{3AF1A300-C288-4353-B9AF-0817892FAA38}" srcOrd="0" destOrd="0" presId="urn:microsoft.com/office/officeart/2018/2/layout/IconLabelDescriptionList"/>
    <dgm:cxn modelId="{05305121-2840-48BB-9450-274D0DA49026}" type="presParOf" srcId="{51D90105-5944-44D2-A7E0-51B63AC994BE}" destId="{0EC094DD-6108-4B1F-A5F5-EB8E9AB367C3}" srcOrd="1" destOrd="0" presId="urn:microsoft.com/office/officeart/2018/2/layout/IconLabelDescriptionList"/>
    <dgm:cxn modelId="{D8CE11B9-83D5-4610-9557-8698303949E8}" type="presParOf" srcId="{51D90105-5944-44D2-A7E0-51B63AC994BE}" destId="{D3AD92B0-8083-4333-B226-16FE19A8357F}" srcOrd="2" destOrd="0" presId="urn:microsoft.com/office/officeart/2018/2/layout/IconLabelDescriptionList"/>
    <dgm:cxn modelId="{298108D4-D71E-4629-B892-F4433EA1B92D}" type="presParOf" srcId="{51D90105-5944-44D2-A7E0-51B63AC994BE}" destId="{AC07DEF8-DA67-4F2B-BDFE-03D70D23841E}" srcOrd="3" destOrd="0" presId="urn:microsoft.com/office/officeart/2018/2/layout/IconLabelDescriptionList"/>
    <dgm:cxn modelId="{A03010A2-5AAC-43D5-8CC3-5EB0A4A57DCF}" type="presParOf" srcId="{51D90105-5944-44D2-A7E0-51B63AC994BE}" destId="{4831B8E7-5541-409C-B07D-F9B2FB840A5F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C7B285-7DCE-4E46-84E4-32FD2DF70222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81DF0E-8EF7-4C16-A43C-50357644C01C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Dataflow Architecture Source –stage and target Layers</a:t>
          </a:r>
        </a:p>
      </dsp:txBody>
      <dsp:txXfrm>
        <a:off x="78583" y="2435142"/>
        <a:ext cx="2399612" cy="720000"/>
      </dsp:txXfrm>
    </dsp:sp>
    <dsp:sp modelId="{B36CB09B-E270-4002-8176-C19BE9C421A5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A0E524-8D1D-4219-B804-5E952B581F71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Core Database concepts used in real Projects</a:t>
          </a:r>
        </a:p>
      </dsp:txBody>
      <dsp:txXfrm>
        <a:off x="2898129" y="2435142"/>
        <a:ext cx="2399612" cy="720000"/>
      </dsp:txXfrm>
    </dsp:sp>
    <dsp:sp modelId="{33714A62-502A-4606-94B2-DDE6ECE7C9F9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6F39B0-12FF-4353-B71F-46B5B5A046F6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 dirty="0"/>
            <a:t>Assignment</a:t>
          </a:r>
        </a:p>
      </dsp:txBody>
      <dsp:txXfrm>
        <a:off x="5717674" y="2435142"/>
        <a:ext cx="239961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BEAD96-2055-4414-BA7D-91B20E68969B}">
      <dsp:nvSpPr>
        <dsp:cNvPr id="0" name=""/>
        <dsp:cNvSpPr/>
      </dsp:nvSpPr>
      <dsp:spPr>
        <a:xfrm>
          <a:off x="0" y="0"/>
          <a:ext cx="7886700" cy="174147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 database is a system that: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	Stores structured or unstructured data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	Allows controlled access to data.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	Supports querying and reporting.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	Ensures data consistency and security</a:t>
          </a:r>
        </a:p>
      </dsp:txBody>
      <dsp:txXfrm>
        <a:off x="85012" y="85012"/>
        <a:ext cx="7716676" cy="1571447"/>
      </dsp:txXfrm>
    </dsp:sp>
    <dsp:sp modelId="{3B3B59C4-22F1-440F-A58F-2D41D4EDDF82}">
      <dsp:nvSpPr>
        <dsp:cNvPr id="0" name=""/>
        <dsp:cNvSpPr/>
      </dsp:nvSpPr>
      <dsp:spPr>
        <a:xfrm>
          <a:off x="0" y="1755108"/>
          <a:ext cx="7886700" cy="1741471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 database is like a </a:t>
          </a:r>
          <a:r>
            <a:rPr lang="en-US" sz="1800" b="1" kern="1200" dirty="0"/>
            <a:t>digital filing system</a:t>
          </a:r>
          <a:r>
            <a:rPr lang="en-US" sz="1800" kern="1200" dirty="0"/>
            <a:t> where data is stored in a structured way so you can quickly search, insert, update, or delete information</a:t>
          </a:r>
        </a:p>
      </dsp:txBody>
      <dsp:txXfrm>
        <a:off x="85012" y="1840120"/>
        <a:ext cx="7716676" cy="1571447"/>
      </dsp:txXfrm>
    </dsp:sp>
    <dsp:sp modelId="{E6680435-9C4A-4A40-95BD-135C67E7C10F}">
      <dsp:nvSpPr>
        <dsp:cNvPr id="0" name=""/>
        <dsp:cNvSpPr/>
      </dsp:nvSpPr>
      <dsp:spPr>
        <a:xfrm>
          <a:off x="0" y="3508752"/>
          <a:ext cx="7886700" cy="1741471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Represents one application or business domain</a:t>
          </a:r>
        </a:p>
      </dsp:txBody>
      <dsp:txXfrm>
        <a:off x="85012" y="3593764"/>
        <a:ext cx="7716676" cy="157144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57CD83-D665-4FA2-9AB2-608AC0E1390F}">
      <dsp:nvSpPr>
        <dsp:cNvPr id="0" name=""/>
        <dsp:cNvSpPr/>
      </dsp:nvSpPr>
      <dsp:spPr>
        <a:xfrm>
          <a:off x="0" y="1901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4577C64-3794-48F1-8E2B-298208FFDEE8}">
      <dsp:nvSpPr>
        <dsp:cNvPr id="0" name=""/>
        <dsp:cNvSpPr/>
      </dsp:nvSpPr>
      <dsp:spPr>
        <a:xfrm>
          <a:off x="245129" y="184229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03E1BD-C99C-4C5A-B08B-C33975CA9FBC}">
      <dsp:nvSpPr>
        <dsp:cNvPr id="0" name=""/>
        <dsp:cNvSpPr/>
      </dsp:nvSpPr>
      <dsp:spPr>
        <a:xfrm>
          <a:off x="935949" y="1901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Store large volumes of data.</a:t>
          </a:r>
        </a:p>
      </dsp:txBody>
      <dsp:txXfrm>
        <a:off x="935949" y="1901"/>
        <a:ext cx="3790251" cy="810345"/>
      </dsp:txXfrm>
    </dsp:sp>
    <dsp:sp modelId="{4320BA5B-5986-48ED-A52C-A4C7B1837112}">
      <dsp:nvSpPr>
        <dsp:cNvPr id="0" name=""/>
        <dsp:cNvSpPr/>
      </dsp:nvSpPr>
      <dsp:spPr>
        <a:xfrm>
          <a:off x="0" y="1014833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9513AF-F745-4A81-987F-86E8EBC7B4AD}">
      <dsp:nvSpPr>
        <dsp:cNvPr id="0" name=""/>
        <dsp:cNvSpPr/>
      </dsp:nvSpPr>
      <dsp:spPr>
        <a:xfrm>
          <a:off x="245129" y="1197161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A292A2-23F6-4221-B3B5-FC85EA627F14}">
      <dsp:nvSpPr>
        <dsp:cNvPr id="0" name=""/>
        <dsp:cNvSpPr/>
      </dsp:nvSpPr>
      <dsp:spPr>
        <a:xfrm>
          <a:off x="935949" y="1014833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Retrieve data quickly.</a:t>
          </a:r>
        </a:p>
      </dsp:txBody>
      <dsp:txXfrm>
        <a:off x="935949" y="1014833"/>
        <a:ext cx="3790251" cy="810345"/>
      </dsp:txXfrm>
    </dsp:sp>
    <dsp:sp modelId="{17B735C5-44BD-4B6D-BCC4-CBBE84F07788}">
      <dsp:nvSpPr>
        <dsp:cNvPr id="0" name=""/>
        <dsp:cNvSpPr/>
      </dsp:nvSpPr>
      <dsp:spPr>
        <a:xfrm>
          <a:off x="0" y="2027765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40E9AD-72D5-4CB6-B19B-D10C75F2F424}">
      <dsp:nvSpPr>
        <dsp:cNvPr id="0" name=""/>
        <dsp:cNvSpPr/>
      </dsp:nvSpPr>
      <dsp:spPr>
        <a:xfrm>
          <a:off x="245129" y="2210093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CEFEBF-43D9-4B8C-8A1C-405ED60C6131}">
      <dsp:nvSpPr>
        <dsp:cNvPr id="0" name=""/>
        <dsp:cNvSpPr/>
      </dsp:nvSpPr>
      <dsp:spPr>
        <a:xfrm>
          <a:off x="935949" y="2027765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Ensure data accuracy and consistency.</a:t>
          </a:r>
        </a:p>
      </dsp:txBody>
      <dsp:txXfrm>
        <a:off x="935949" y="2027765"/>
        <a:ext cx="3790251" cy="810345"/>
      </dsp:txXfrm>
    </dsp:sp>
    <dsp:sp modelId="{181EE72A-EA8D-4172-9DF3-54883D6E48F6}">
      <dsp:nvSpPr>
        <dsp:cNvPr id="0" name=""/>
        <dsp:cNvSpPr/>
      </dsp:nvSpPr>
      <dsp:spPr>
        <a:xfrm>
          <a:off x="0" y="3040697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FDD635-6E4E-4C76-9714-17703DD91879}">
      <dsp:nvSpPr>
        <dsp:cNvPr id="0" name=""/>
        <dsp:cNvSpPr/>
      </dsp:nvSpPr>
      <dsp:spPr>
        <a:xfrm>
          <a:off x="245129" y="3223025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6C7B34-5FE3-439D-A1BF-41AF550ED5FE}">
      <dsp:nvSpPr>
        <dsp:cNvPr id="0" name=""/>
        <dsp:cNvSpPr/>
      </dsp:nvSpPr>
      <dsp:spPr>
        <a:xfrm>
          <a:off x="935949" y="3040697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Support multiple users simultaneously.</a:t>
          </a:r>
        </a:p>
      </dsp:txBody>
      <dsp:txXfrm>
        <a:off x="935949" y="3040697"/>
        <a:ext cx="3790251" cy="810345"/>
      </dsp:txXfrm>
    </dsp:sp>
    <dsp:sp modelId="{D7809798-D239-469F-B4BE-97DE5249B553}">
      <dsp:nvSpPr>
        <dsp:cNvPr id="0" name=""/>
        <dsp:cNvSpPr/>
      </dsp:nvSpPr>
      <dsp:spPr>
        <a:xfrm>
          <a:off x="0" y="4053629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5D3B47-B17C-45AF-8AA1-C44B12819925}">
      <dsp:nvSpPr>
        <dsp:cNvPr id="0" name=""/>
        <dsp:cNvSpPr/>
      </dsp:nvSpPr>
      <dsp:spPr>
        <a:xfrm>
          <a:off x="245129" y="4235957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E84CEB-7E0D-4A6F-8451-34B0041AC44A}">
      <dsp:nvSpPr>
        <dsp:cNvPr id="0" name=""/>
        <dsp:cNvSpPr/>
      </dsp:nvSpPr>
      <dsp:spPr>
        <a:xfrm>
          <a:off x="935949" y="4053629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Secure sensitive information.</a:t>
          </a:r>
        </a:p>
      </dsp:txBody>
      <dsp:txXfrm>
        <a:off x="935949" y="4053629"/>
        <a:ext cx="3790251" cy="810345"/>
      </dsp:txXfrm>
    </dsp:sp>
    <dsp:sp modelId="{DD79FAA8-6A7A-41E9-B5E9-E02EBC1D8230}">
      <dsp:nvSpPr>
        <dsp:cNvPr id="0" name=""/>
        <dsp:cNvSpPr/>
      </dsp:nvSpPr>
      <dsp:spPr>
        <a:xfrm>
          <a:off x="0" y="5066561"/>
          <a:ext cx="4726201" cy="81034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7C6098-D52F-47B2-836B-9FF31055BA45}">
      <dsp:nvSpPr>
        <dsp:cNvPr id="0" name=""/>
        <dsp:cNvSpPr/>
      </dsp:nvSpPr>
      <dsp:spPr>
        <a:xfrm>
          <a:off x="245129" y="5248889"/>
          <a:ext cx="445690" cy="44569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B5291C-D65A-440A-AA1F-75CA320595EC}">
      <dsp:nvSpPr>
        <dsp:cNvPr id="0" name=""/>
        <dsp:cNvSpPr/>
      </dsp:nvSpPr>
      <dsp:spPr>
        <a:xfrm>
          <a:off x="935949" y="5066561"/>
          <a:ext cx="3790251" cy="810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762" tIns="85762" rIns="85762" bIns="85762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Backup and recover data.</a:t>
          </a:r>
        </a:p>
      </dsp:txBody>
      <dsp:txXfrm>
        <a:off x="935949" y="5066561"/>
        <a:ext cx="3790251" cy="81034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66968A-1630-403C-982C-69AC3C333B11}">
      <dsp:nvSpPr>
        <dsp:cNvPr id="0" name=""/>
        <dsp:cNvSpPr/>
      </dsp:nvSpPr>
      <dsp:spPr>
        <a:xfrm>
          <a:off x="0" y="426"/>
          <a:ext cx="393550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FC32A47-A13C-4495-9386-8F82827B8C92}">
      <dsp:nvSpPr>
        <dsp:cNvPr id="0" name=""/>
        <dsp:cNvSpPr/>
      </dsp:nvSpPr>
      <dsp:spPr>
        <a:xfrm>
          <a:off x="0" y="426"/>
          <a:ext cx="3935505" cy="699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RDBMS stands for Relational Database Management System</a:t>
          </a:r>
        </a:p>
      </dsp:txBody>
      <dsp:txXfrm>
        <a:off x="0" y="426"/>
        <a:ext cx="3935505" cy="699204"/>
      </dsp:txXfrm>
    </dsp:sp>
    <dsp:sp modelId="{C827E264-BCA2-4915-BF11-9A4F4F5C09B9}">
      <dsp:nvSpPr>
        <dsp:cNvPr id="0" name=""/>
        <dsp:cNvSpPr/>
      </dsp:nvSpPr>
      <dsp:spPr>
        <a:xfrm>
          <a:off x="0" y="699631"/>
          <a:ext cx="393550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2732D76C-6AB2-4B3C-A1E8-1BE4D90486C2}">
      <dsp:nvSpPr>
        <dsp:cNvPr id="0" name=""/>
        <dsp:cNvSpPr/>
      </dsp:nvSpPr>
      <dsp:spPr>
        <a:xfrm>
          <a:off x="0" y="699631"/>
          <a:ext cx="3935505" cy="699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 is stored in tables (rows and columns)</a:t>
          </a:r>
        </a:p>
      </dsp:txBody>
      <dsp:txXfrm>
        <a:off x="0" y="699631"/>
        <a:ext cx="3935505" cy="699204"/>
      </dsp:txXfrm>
    </dsp:sp>
    <dsp:sp modelId="{0E285815-A8AC-4B31-9507-12D529CF1081}">
      <dsp:nvSpPr>
        <dsp:cNvPr id="0" name=""/>
        <dsp:cNvSpPr/>
      </dsp:nvSpPr>
      <dsp:spPr>
        <a:xfrm>
          <a:off x="0" y="1398836"/>
          <a:ext cx="393550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A5F0C5E8-8799-4145-B1B0-AC222CFB06B8}">
      <dsp:nvSpPr>
        <dsp:cNvPr id="0" name=""/>
        <dsp:cNvSpPr/>
      </dsp:nvSpPr>
      <dsp:spPr>
        <a:xfrm>
          <a:off x="0" y="1398836"/>
          <a:ext cx="3935505" cy="699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Maintains relationships using keys</a:t>
          </a:r>
        </a:p>
      </dsp:txBody>
      <dsp:txXfrm>
        <a:off x="0" y="1398836"/>
        <a:ext cx="3935505" cy="699204"/>
      </dsp:txXfrm>
    </dsp:sp>
    <dsp:sp modelId="{379FE66E-0B19-493C-9AF0-C224CD7F71D7}">
      <dsp:nvSpPr>
        <dsp:cNvPr id="0" name=""/>
        <dsp:cNvSpPr/>
      </dsp:nvSpPr>
      <dsp:spPr>
        <a:xfrm>
          <a:off x="0" y="2098041"/>
          <a:ext cx="393550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C909D8AE-5CF5-47E2-BDC0-070AF3678EF9}">
      <dsp:nvSpPr>
        <dsp:cNvPr id="0" name=""/>
        <dsp:cNvSpPr/>
      </dsp:nvSpPr>
      <dsp:spPr>
        <a:xfrm>
          <a:off x="0" y="2098041"/>
          <a:ext cx="3935505" cy="699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Ensures data integrity using ACID properties</a:t>
          </a:r>
        </a:p>
      </dsp:txBody>
      <dsp:txXfrm>
        <a:off x="0" y="2098041"/>
        <a:ext cx="3935505" cy="699204"/>
      </dsp:txXfrm>
    </dsp:sp>
    <dsp:sp modelId="{79FEC5C0-CAE1-41C4-A424-23E0FD14A0E9}">
      <dsp:nvSpPr>
        <dsp:cNvPr id="0" name=""/>
        <dsp:cNvSpPr/>
      </dsp:nvSpPr>
      <dsp:spPr>
        <a:xfrm>
          <a:off x="0" y="2797246"/>
          <a:ext cx="3935505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8E569512-A3AE-402C-8DD4-AF073C108400}">
      <dsp:nvSpPr>
        <dsp:cNvPr id="0" name=""/>
        <dsp:cNvSpPr/>
      </dsp:nvSpPr>
      <dsp:spPr>
        <a:xfrm>
          <a:off x="0" y="2797246"/>
          <a:ext cx="3935505" cy="6992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Examples: PostgreSQL, Oracle, SQL Server</a:t>
          </a:r>
        </a:p>
      </dsp:txBody>
      <dsp:txXfrm>
        <a:off x="0" y="2797246"/>
        <a:ext cx="3935505" cy="69920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AECCC6-4987-4097-9587-C2690C129F6F}">
      <dsp:nvSpPr>
        <dsp:cNvPr id="0" name=""/>
        <dsp:cNvSpPr/>
      </dsp:nvSpPr>
      <dsp:spPr>
        <a:xfrm>
          <a:off x="0" y="0"/>
          <a:ext cx="5000124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3C6A6B6-E905-49EF-8FBC-A3EC4DBB534F}">
      <dsp:nvSpPr>
        <dsp:cNvPr id="0" name=""/>
        <dsp:cNvSpPr/>
      </dsp:nvSpPr>
      <dsp:spPr>
        <a:xfrm>
          <a:off x="0" y="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Schema is a logical grouping of database objects</a:t>
          </a:r>
        </a:p>
      </dsp:txBody>
      <dsp:txXfrm>
        <a:off x="0" y="0"/>
        <a:ext cx="5000124" cy="1363480"/>
      </dsp:txXfrm>
    </dsp:sp>
    <dsp:sp modelId="{AFA80E96-D575-477E-BD02-7D753B31216A}">
      <dsp:nvSpPr>
        <dsp:cNvPr id="0" name=""/>
        <dsp:cNvSpPr/>
      </dsp:nvSpPr>
      <dsp:spPr>
        <a:xfrm>
          <a:off x="0" y="1363480"/>
          <a:ext cx="5000124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D6A64B6-A86E-4BE0-B081-F1D5E0317FEA}">
      <dsp:nvSpPr>
        <dsp:cNvPr id="0" name=""/>
        <dsp:cNvSpPr/>
      </dsp:nvSpPr>
      <dsp:spPr>
        <a:xfrm>
          <a:off x="0" y="136348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Helps organize data and avoid conflicts</a:t>
          </a:r>
        </a:p>
      </dsp:txBody>
      <dsp:txXfrm>
        <a:off x="0" y="1363480"/>
        <a:ext cx="5000124" cy="1363480"/>
      </dsp:txXfrm>
    </dsp:sp>
    <dsp:sp modelId="{C237A305-84C9-4C1B-8336-D6CF4B30E752}">
      <dsp:nvSpPr>
        <dsp:cNvPr id="0" name=""/>
        <dsp:cNvSpPr/>
      </dsp:nvSpPr>
      <dsp:spPr>
        <a:xfrm>
          <a:off x="0" y="2726960"/>
          <a:ext cx="5000124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F1D7DDF-B073-46E0-8896-3CD7E0B593E8}">
      <dsp:nvSpPr>
        <dsp:cNvPr id="0" name=""/>
        <dsp:cNvSpPr/>
      </dsp:nvSpPr>
      <dsp:spPr>
        <a:xfrm>
          <a:off x="0" y="272696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Improves security and access control</a:t>
          </a:r>
        </a:p>
      </dsp:txBody>
      <dsp:txXfrm>
        <a:off x="0" y="2726960"/>
        <a:ext cx="5000124" cy="1363480"/>
      </dsp:txXfrm>
    </dsp:sp>
    <dsp:sp modelId="{74AC5923-4F89-4010-B7CE-B5AFC712BDD1}">
      <dsp:nvSpPr>
        <dsp:cNvPr id="0" name=""/>
        <dsp:cNvSpPr/>
      </dsp:nvSpPr>
      <dsp:spPr>
        <a:xfrm>
          <a:off x="0" y="4090440"/>
          <a:ext cx="5000124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 w="952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5DA9009-E7DB-4D93-8FD2-0488A39F90FD}">
      <dsp:nvSpPr>
        <dsp:cNvPr id="0" name=""/>
        <dsp:cNvSpPr/>
      </dsp:nvSpPr>
      <dsp:spPr>
        <a:xfrm>
          <a:off x="0" y="4090440"/>
          <a:ext cx="5000124" cy="13634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Common practice in enterprise projects</a:t>
          </a:r>
        </a:p>
      </dsp:txBody>
      <dsp:txXfrm>
        <a:off x="0" y="4090440"/>
        <a:ext cx="5000124" cy="13634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D366E7-4996-4A78-AC9B-F49962226BD8}">
      <dsp:nvSpPr>
        <dsp:cNvPr id="0" name=""/>
        <dsp:cNvSpPr/>
      </dsp:nvSpPr>
      <dsp:spPr>
        <a:xfrm>
          <a:off x="0" y="403478"/>
          <a:ext cx="4697730" cy="4697730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8F4044-04E4-43FE-B5E3-1CED4EAA89C3}">
      <dsp:nvSpPr>
        <dsp:cNvPr id="0" name=""/>
        <dsp:cNvSpPr/>
      </dsp:nvSpPr>
      <dsp:spPr>
        <a:xfrm>
          <a:off x="446284" y="849763"/>
          <a:ext cx="1832114" cy="1832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Table stores actual business data</a:t>
          </a:r>
        </a:p>
      </dsp:txBody>
      <dsp:txXfrm>
        <a:off x="535720" y="939199"/>
        <a:ext cx="1653242" cy="1653242"/>
      </dsp:txXfrm>
    </dsp:sp>
    <dsp:sp modelId="{B5C17417-CA7C-449D-9B5D-2EB35753437A}">
      <dsp:nvSpPr>
        <dsp:cNvPr id="0" name=""/>
        <dsp:cNvSpPr/>
      </dsp:nvSpPr>
      <dsp:spPr>
        <a:xfrm>
          <a:off x="2419330" y="849763"/>
          <a:ext cx="1832114" cy="1832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Consists of columns (structure) and rows (data)</a:t>
          </a:r>
        </a:p>
      </dsp:txBody>
      <dsp:txXfrm>
        <a:off x="2508766" y="939199"/>
        <a:ext cx="1653242" cy="1653242"/>
      </dsp:txXfrm>
    </dsp:sp>
    <dsp:sp modelId="{1C80D76E-D552-428C-8549-CC682D154161}">
      <dsp:nvSpPr>
        <dsp:cNvPr id="0" name=""/>
        <dsp:cNvSpPr/>
      </dsp:nvSpPr>
      <dsp:spPr>
        <a:xfrm>
          <a:off x="446284" y="2822809"/>
          <a:ext cx="1832114" cy="1832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Each row represents a transaction or record</a:t>
          </a:r>
        </a:p>
      </dsp:txBody>
      <dsp:txXfrm>
        <a:off x="535720" y="2912245"/>
        <a:ext cx="1653242" cy="1653242"/>
      </dsp:txXfrm>
    </dsp:sp>
    <dsp:sp modelId="{27805AF1-039A-41FE-9F1F-D42DDE3CE1E0}">
      <dsp:nvSpPr>
        <dsp:cNvPr id="0" name=""/>
        <dsp:cNvSpPr/>
      </dsp:nvSpPr>
      <dsp:spPr>
        <a:xfrm>
          <a:off x="2419330" y="2822809"/>
          <a:ext cx="1832114" cy="1832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Example Excel sheet Data</a:t>
          </a:r>
        </a:p>
      </dsp:txBody>
      <dsp:txXfrm>
        <a:off x="2508766" y="2912245"/>
        <a:ext cx="1653242" cy="165324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D36300-96A1-45D7-8300-0D414485FB24}">
      <dsp:nvSpPr>
        <dsp:cNvPr id="0" name=""/>
        <dsp:cNvSpPr/>
      </dsp:nvSpPr>
      <dsp:spPr>
        <a:xfrm>
          <a:off x="0" y="175161"/>
          <a:ext cx="4988440" cy="4988440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CFB541-858E-4CB5-B101-9524801EAEBE}">
      <dsp:nvSpPr>
        <dsp:cNvPr id="0" name=""/>
        <dsp:cNvSpPr/>
      </dsp:nvSpPr>
      <dsp:spPr>
        <a:xfrm>
          <a:off x="473901" y="649063"/>
          <a:ext cx="1945491" cy="194549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Stores raw transactional data</a:t>
          </a:r>
        </a:p>
      </dsp:txBody>
      <dsp:txXfrm>
        <a:off x="568872" y="744034"/>
        <a:ext cx="1755549" cy="1755549"/>
      </dsp:txXfrm>
    </dsp:sp>
    <dsp:sp modelId="{8815CC5F-D1AF-48E3-9937-3A0F84BBA81D}">
      <dsp:nvSpPr>
        <dsp:cNvPr id="0" name=""/>
        <dsp:cNvSpPr/>
      </dsp:nvSpPr>
      <dsp:spPr>
        <a:xfrm>
          <a:off x="2569046" y="649063"/>
          <a:ext cx="1945491" cy="1945491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 loaded exactly as received</a:t>
          </a:r>
        </a:p>
      </dsp:txBody>
      <dsp:txXfrm>
        <a:off x="2664017" y="744034"/>
        <a:ext cx="1755549" cy="1755549"/>
      </dsp:txXfrm>
    </dsp:sp>
    <dsp:sp modelId="{2EA23EF2-E0B6-41E8-9259-1CEBC83E8158}">
      <dsp:nvSpPr>
        <dsp:cNvPr id="0" name=""/>
        <dsp:cNvSpPr/>
      </dsp:nvSpPr>
      <dsp:spPr>
        <a:xfrm>
          <a:off x="473901" y="2744208"/>
          <a:ext cx="1945491" cy="1945491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No transformations applied</a:t>
          </a:r>
        </a:p>
      </dsp:txBody>
      <dsp:txXfrm>
        <a:off x="568872" y="2839179"/>
        <a:ext cx="1755549" cy="1755549"/>
      </dsp:txXfrm>
    </dsp:sp>
    <dsp:sp modelId="{9D2813F8-E068-46D1-BB8A-5D63DC69327B}">
      <dsp:nvSpPr>
        <dsp:cNvPr id="0" name=""/>
        <dsp:cNvSpPr/>
      </dsp:nvSpPr>
      <dsp:spPr>
        <a:xfrm>
          <a:off x="2569046" y="2744208"/>
          <a:ext cx="1945491" cy="1945491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Used for auditing and reprocessing</a:t>
          </a:r>
        </a:p>
      </dsp:txBody>
      <dsp:txXfrm>
        <a:off x="2664017" y="2839179"/>
        <a:ext cx="1755549" cy="175554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BF25CB-3BEF-4963-B06B-01F8F82D16FC}">
      <dsp:nvSpPr>
        <dsp:cNvPr id="0" name=""/>
        <dsp:cNvSpPr/>
      </dsp:nvSpPr>
      <dsp:spPr>
        <a:xfrm>
          <a:off x="608" y="1125718"/>
          <a:ext cx="2374867" cy="142492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Contains cleaned and processed data</a:t>
          </a:r>
        </a:p>
      </dsp:txBody>
      <dsp:txXfrm>
        <a:off x="608" y="1125718"/>
        <a:ext cx="2374867" cy="1424920"/>
      </dsp:txXfrm>
    </dsp:sp>
    <dsp:sp modelId="{37952907-1CDA-4F6E-981B-45B0F2ACF96C}">
      <dsp:nvSpPr>
        <dsp:cNvPr id="0" name=""/>
        <dsp:cNvSpPr/>
      </dsp:nvSpPr>
      <dsp:spPr>
        <a:xfrm>
          <a:off x="2612963" y="1125718"/>
          <a:ext cx="2374867" cy="1424920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Business rules are applied here</a:t>
          </a:r>
        </a:p>
      </dsp:txBody>
      <dsp:txXfrm>
        <a:off x="2612963" y="1125718"/>
        <a:ext cx="2374867" cy="1424920"/>
      </dsp:txXfrm>
    </dsp:sp>
    <dsp:sp modelId="{74D6146F-ED3E-43BF-9300-C2DF690026F3}">
      <dsp:nvSpPr>
        <dsp:cNvPr id="0" name=""/>
        <dsp:cNvSpPr/>
      </dsp:nvSpPr>
      <dsp:spPr>
        <a:xfrm>
          <a:off x="608" y="2788125"/>
          <a:ext cx="2374867" cy="1424920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Used for reporting and analytics</a:t>
          </a:r>
        </a:p>
      </dsp:txBody>
      <dsp:txXfrm>
        <a:off x="608" y="2788125"/>
        <a:ext cx="2374867" cy="1424920"/>
      </dsp:txXfrm>
    </dsp:sp>
    <dsp:sp modelId="{29961F46-85FC-4BCA-92CD-81E0BD0F6C34}">
      <dsp:nvSpPr>
        <dsp:cNvPr id="0" name=""/>
        <dsp:cNvSpPr/>
      </dsp:nvSpPr>
      <dsp:spPr>
        <a:xfrm>
          <a:off x="2612963" y="2788125"/>
          <a:ext cx="2374867" cy="1424920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Data is optimized for consumption</a:t>
          </a:r>
        </a:p>
      </dsp:txBody>
      <dsp:txXfrm>
        <a:off x="2612963" y="2788125"/>
        <a:ext cx="2374867" cy="142492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9D9FC14-50E0-42DE-B5E0-BA900055F220}">
      <dsp:nvSpPr>
        <dsp:cNvPr id="0" name=""/>
        <dsp:cNvSpPr/>
      </dsp:nvSpPr>
      <dsp:spPr>
        <a:xfrm>
          <a:off x="0" y="2215"/>
          <a:ext cx="4988440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9554DB-9BFD-4C34-8153-2B7AC70EF350}">
      <dsp:nvSpPr>
        <dsp:cNvPr id="0" name=""/>
        <dsp:cNvSpPr/>
      </dsp:nvSpPr>
      <dsp:spPr>
        <a:xfrm>
          <a:off x="339712" y="254894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DF94AC-E56A-4CC4-9127-095560E2907A}">
      <dsp:nvSpPr>
        <dsp:cNvPr id="0" name=""/>
        <dsp:cNvSpPr/>
      </dsp:nvSpPr>
      <dsp:spPr>
        <a:xfrm>
          <a:off x="1297085" y="2215"/>
          <a:ext cx="3691354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Understanding of Dataflow Architecture Diagram</a:t>
          </a:r>
        </a:p>
      </dsp:txBody>
      <dsp:txXfrm>
        <a:off x="1297085" y="2215"/>
        <a:ext cx="3691354" cy="1123017"/>
      </dsp:txXfrm>
    </dsp:sp>
    <dsp:sp modelId="{22C0CF39-5DB3-4E5A-AAAA-309946DADF23}">
      <dsp:nvSpPr>
        <dsp:cNvPr id="0" name=""/>
        <dsp:cNvSpPr/>
      </dsp:nvSpPr>
      <dsp:spPr>
        <a:xfrm>
          <a:off x="0" y="1405987"/>
          <a:ext cx="4988440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41AF6F-E9D0-4D29-BCAF-A97247797AFF}">
      <dsp:nvSpPr>
        <dsp:cNvPr id="0" name=""/>
        <dsp:cNvSpPr/>
      </dsp:nvSpPr>
      <dsp:spPr>
        <a:xfrm>
          <a:off x="339712" y="1658666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1D8BE8-83A0-4D73-892F-BCE13B5ABBDD}">
      <dsp:nvSpPr>
        <dsp:cNvPr id="0" name=""/>
        <dsp:cNvSpPr/>
      </dsp:nvSpPr>
      <dsp:spPr>
        <a:xfrm>
          <a:off x="1297085" y="1405987"/>
          <a:ext cx="3691354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Strong foundation in database concepts</a:t>
          </a:r>
        </a:p>
      </dsp:txBody>
      <dsp:txXfrm>
        <a:off x="1297085" y="1405987"/>
        <a:ext cx="3691354" cy="1123017"/>
      </dsp:txXfrm>
    </dsp:sp>
    <dsp:sp modelId="{217EB8FC-1809-4F6B-BC11-5F4B8D110645}">
      <dsp:nvSpPr>
        <dsp:cNvPr id="0" name=""/>
        <dsp:cNvSpPr/>
      </dsp:nvSpPr>
      <dsp:spPr>
        <a:xfrm>
          <a:off x="0" y="2809759"/>
          <a:ext cx="4988440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D38E21-AB24-402F-A135-EF486AC572BA}">
      <dsp:nvSpPr>
        <dsp:cNvPr id="0" name=""/>
        <dsp:cNvSpPr/>
      </dsp:nvSpPr>
      <dsp:spPr>
        <a:xfrm>
          <a:off x="339712" y="3062438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E210B9-D53E-4388-8320-5C2554EEE3A3}">
      <dsp:nvSpPr>
        <dsp:cNvPr id="0" name=""/>
        <dsp:cNvSpPr/>
      </dsp:nvSpPr>
      <dsp:spPr>
        <a:xfrm>
          <a:off x="1297085" y="2809759"/>
          <a:ext cx="3691354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Hands-on knowledge of source data loading</a:t>
          </a:r>
        </a:p>
      </dsp:txBody>
      <dsp:txXfrm>
        <a:off x="1297085" y="2809759"/>
        <a:ext cx="3691354" cy="1123017"/>
      </dsp:txXfrm>
    </dsp:sp>
    <dsp:sp modelId="{CA024099-4893-4856-8D04-4E5BFA4831D5}">
      <dsp:nvSpPr>
        <dsp:cNvPr id="0" name=""/>
        <dsp:cNvSpPr/>
      </dsp:nvSpPr>
      <dsp:spPr>
        <a:xfrm>
          <a:off x="0" y="4213530"/>
          <a:ext cx="4988440" cy="112301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CBB1F6-70FD-4ACD-AC6B-BE2A97538CE4}">
      <dsp:nvSpPr>
        <dsp:cNvPr id="0" name=""/>
        <dsp:cNvSpPr/>
      </dsp:nvSpPr>
      <dsp:spPr>
        <a:xfrm>
          <a:off x="339712" y="4466209"/>
          <a:ext cx="617659" cy="617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E0DCFE-2339-46FC-A05B-D3CACBF5F2CC}">
      <dsp:nvSpPr>
        <dsp:cNvPr id="0" name=""/>
        <dsp:cNvSpPr/>
      </dsp:nvSpPr>
      <dsp:spPr>
        <a:xfrm>
          <a:off x="1297085" y="4213530"/>
          <a:ext cx="3691354" cy="11230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853" tIns="118853" rIns="118853" bIns="118853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Ready for advanced transformations</a:t>
          </a:r>
        </a:p>
      </dsp:txBody>
      <dsp:txXfrm>
        <a:off x="1297085" y="4213530"/>
        <a:ext cx="3691354" cy="112301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49926E-85D6-4E56-A115-75DBF2167121}">
      <dsp:nvSpPr>
        <dsp:cNvPr id="0" name=""/>
        <dsp:cNvSpPr/>
      </dsp:nvSpPr>
      <dsp:spPr>
        <a:xfrm>
          <a:off x="949" y="612235"/>
          <a:ext cx="1318570" cy="13185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995CC8-8FF7-4C02-AB7A-C82D947B6E3C}">
      <dsp:nvSpPr>
        <dsp:cNvPr id="0" name=""/>
        <dsp:cNvSpPr/>
      </dsp:nvSpPr>
      <dsp:spPr>
        <a:xfrm>
          <a:off x="949" y="2058444"/>
          <a:ext cx="3767343" cy="565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b="1" kern="1200"/>
            <a:t>Database Integrity Constraints.</a:t>
          </a:r>
          <a:endParaRPr lang="en-US" sz="2300" kern="1200"/>
        </a:p>
      </dsp:txBody>
      <dsp:txXfrm>
        <a:off x="949" y="2058444"/>
        <a:ext cx="3767343" cy="565101"/>
      </dsp:txXfrm>
    </dsp:sp>
    <dsp:sp modelId="{E8ECE815-3592-40BE-BEA1-8198F3B82DAE}">
      <dsp:nvSpPr>
        <dsp:cNvPr id="0" name=""/>
        <dsp:cNvSpPr/>
      </dsp:nvSpPr>
      <dsp:spPr>
        <a:xfrm>
          <a:off x="949" y="2682912"/>
          <a:ext cx="3767343" cy="8976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Primary Key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Foreign Key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Surrogate Key</a:t>
          </a:r>
          <a:endParaRPr lang="en-US" sz="1700" kern="1200"/>
        </a:p>
      </dsp:txBody>
      <dsp:txXfrm>
        <a:off x="949" y="2682912"/>
        <a:ext cx="3767343" cy="897657"/>
      </dsp:txXfrm>
    </dsp:sp>
    <dsp:sp modelId="{3AF1A300-C288-4353-B9AF-0817892FAA38}">
      <dsp:nvSpPr>
        <dsp:cNvPr id="0" name=""/>
        <dsp:cNvSpPr/>
      </dsp:nvSpPr>
      <dsp:spPr>
        <a:xfrm>
          <a:off x="4427578" y="612235"/>
          <a:ext cx="1318570" cy="13185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AD92B0-8083-4333-B226-16FE19A8357F}">
      <dsp:nvSpPr>
        <dsp:cNvPr id="0" name=""/>
        <dsp:cNvSpPr/>
      </dsp:nvSpPr>
      <dsp:spPr>
        <a:xfrm>
          <a:off x="4427578" y="2058444"/>
          <a:ext cx="3767343" cy="5651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b="1" kern="1200" dirty="0"/>
            <a:t>Control Mechanisms</a:t>
          </a:r>
          <a:endParaRPr lang="en-US" sz="2300" kern="1200" dirty="0"/>
        </a:p>
      </dsp:txBody>
      <dsp:txXfrm>
        <a:off x="4427578" y="2058444"/>
        <a:ext cx="3767343" cy="565101"/>
      </dsp:txXfrm>
    </dsp:sp>
    <dsp:sp modelId="{4831B8E7-5541-409C-B07D-F9B2FB840A5F}">
      <dsp:nvSpPr>
        <dsp:cNvPr id="0" name=""/>
        <dsp:cNvSpPr/>
      </dsp:nvSpPr>
      <dsp:spPr>
        <a:xfrm>
          <a:off x="4427578" y="2682912"/>
          <a:ext cx="3767343" cy="8976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DML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DDL</a:t>
          </a:r>
          <a:endParaRPr lang="en-US" sz="1700" kern="1200"/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TCL</a:t>
          </a:r>
          <a:endParaRPr lang="en-US" sz="1700" kern="1200"/>
        </a:p>
      </dsp:txBody>
      <dsp:txXfrm>
        <a:off x="4427578" y="2682912"/>
        <a:ext cx="3767343" cy="8976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7FCF54-5449-4AE3-A391-136FBF288D0C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78A486-B8FF-4A35-AD07-110B0B9718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545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78A486-B8FF-4A35-AD07-110B0B97189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72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82AF7AE6-EA6C-1CC8-FED1-6228B827EB4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5321" b="2"/>
          <a:stretch>
            <a:fillRect/>
          </a:stretch>
        </p:blipFill>
        <p:spPr>
          <a:xfrm>
            <a:off x="7814" y="-87180"/>
            <a:ext cx="9143979" cy="6887364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2539219" y="271092"/>
            <a:ext cx="4065561" cy="9144000"/>
          </a:xfrm>
          <a:prstGeom prst="rect">
            <a:avLst/>
          </a:prstGeom>
          <a:gradFill flip="none" rotWithShape="1">
            <a:gsLst>
              <a:gs pos="17000">
                <a:srgbClr val="000000">
                  <a:alpha val="59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2CB243-67C5-E304-31A0-4D7D607BA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714594" y="623125"/>
            <a:ext cx="3067943" cy="1806455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51000">
                <a:schemeClr val="accent2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1A95761-C93E-94BF-087D-D2A823789E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7794" y="4172881"/>
            <a:ext cx="5366057" cy="2702991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52000">
                <a:schemeClr val="accent2">
                  <a:alpha val="0"/>
                </a:schemeClr>
              </a:gs>
            </a:gsLst>
            <a:lin ang="4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4271" y="1936866"/>
            <a:ext cx="5773706" cy="2839273"/>
          </a:xfrm>
        </p:spPr>
        <p:txBody>
          <a:bodyPr>
            <a:normAutofit/>
          </a:bodyPr>
          <a:lstStyle/>
          <a:p>
            <a:pPr algn="l"/>
            <a:r>
              <a:rPr lang="en-US" sz="3100" b="1" dirty="0">
                <a:solidFill>
                  <a:srgbClr val="FFFFFF"/>
                </a:solidFill>
              </a:rPr>
              <a:t>Session 1: Dataflow Architecture &amp; Database Foundations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4271" y="4873600"/>
            <a:ext cx="5975985" cy="1183602"/>
          </a:xfrm>
        </p:spPr>
        <p:txBody>
          <a:bodyPr>
            <a:normAutofit/>
          </a:bodyPr>
          <a:lstStyle/>
          <a:p>
            <a:pPr algn="l"/>
            <a:r>
              <a:rPr lang="en-US" sz="1700" b="1" dirty="0">
                <a:solidFill>
                  <a:srgbClr val="FFFFFF"/>
                </a:solidFill>
              </a:rPr>
              <a:t>Audience: </a:t>
            </a:r>
            <a:r>
              <a:rPr lang="en-US" sz="1700" dirty="0">
                <a:solidFill>
                  <a:srgbClr val="FFFFFF"/>
                </a:solidFill>
              </a:rPr>
              <a:t>Working Professionals</a:t>
            </a:r>
          </a:p>
          <a:p>
            <a:pPr algn="l"/>
            <a:r>
              <a:rPr lang="en-US" sz="1700" b="1" dirty="0">
                <a:solidFill>
                  <a:srgbClr val="FFFFFF"/>
                </a:solidFill>
              </a:rPr>
              <a:t>Focus: </a:t>
            </a:r>
            <a:r>
              <a:rPr lang="en-US" sz="1700" dirty="0">
                <a:solidFill>
                  <a:srgbClr val="FFFFFF"/>
                </a:solidFill>
              </a:rPr>
              <a:t>Database concepts and practical implementation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E63D1A5-FD49-4756-F62E-786C34E63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05052" y="-7619"/>
            <a:ext cx="746740" cy="6918113"/>
          </a:xfrm>
          <a:prstGeom prst="rect">
            <a:avLst/>
          </a:prstGeom>
          <a:gradFill flip="none" rotWithShape="1">
            <a:gsLst>
              <a:gs pos="0">
                <a:schemeClr val="accent5">
                  <a:alpha val="68000"/>
                </a:schemeClr>
              </a:gs>
              <a:gs pos="37000">
                <a:schemeClr val="accent5">
                  <a:alpha val="0"/>
                </a:schemeClr>
              </a:gs>
            </a:gsLst>
            <a:lin ang="10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b="1" dirty="0">
                <a:solidFill>
                  <a:srgbClr val="FFFFFF"/>
                </a:solidFill>
              </a:rPr>
              <a:t>Today, Agenda: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5E2B49-556A-F23A-70B1-1034B586BC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6426140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63B99A-73EE-4FBB-B7C4-F9F9BCC25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73CADB-D842-015C-C3A7-F26342EAD1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52" y="228600"/>
            <a:ext cx="7504545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447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388658-EEF0-20D0-9900-772008AAA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161" y="735284"/>
            <a:ext cx="7364867" cy="966789"/>
          </a:xfrm>
        </p:spPr>
        <p:txBody>
          <a:bodyPr anchor="b">
            <a:normAutofit/>
          </a:bodyPr>
          <a:lstStyle/>
          <a:p>
            <a:pPr algn="l"/>
            <a:r>
              <a:rPr lang="en-US" sz="4500" b="1" dirty="0"/>
              <a:t>Database Core Concepts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60E72F-4514-AD4C-D633-AB5C78D643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7825" y="2078574"/>
            <a:ext cx="3733800" cy="4058507"/>
          </a:xfrm>
        </p:spPr>
        <p:txBody>
          <a:bodyPr>
            <a:normAutofit/>
          </a:bodyPr>
          <a:lstStyle/>
          <a:p>
            <a:pPr marL="514350" indent="-514350" algn="l">
              <a:lnSpc>
                <a:spcPct val="90000"/>
              </a:lnSpc>
              <a:buAutoNum type="arabicPeriod"/>
            </a:pPr>
            <a:r>
              <a:rPr lang="en-US" sz="3000" b="1" dirty="0"/>
              <a:t>What is Database</a:t>
            </a:r>
          </a:p>
          <a:p>
            <a:pPr marL="514350" indent="-514350" algn="l">
              <a:lnSpc>
                <a:spcPct val="90000"/>
              </a:lnSpc>
              <a:buAutoNum type="arabicPeriod"/>
            </a:pPr>
            <a:r>
              <a:rPr lang="en-US" sz="3000" b="1" dirty="0"/>
              <a:t>Type Of Database</a:t>
            </a:r>
          </a:p>
          <a:p>
            <a:pPr marL="514350" indent="-514350" algn="l">
              <a:lnSpc>
                <a:spcPct val="90000"/>
              </a:lnSpc>
              <a:buAutoNum type="arabicPeriod"/>
            </a:pPr>
            <a:r>
              <a:rPr lang="en-US" sz="3000" b="1" dirty="0"/>
              <a:t>RDBMS</a:t>
            </a:r>
          </a:p>
          <a:p>
            <a:pPr marL="514350" indent="-514350" algn="l">
              <a:lnSpc>
                <a:spcPct val="90000"/>
              </a:lnSpc>
              <a:buAutoNum type="arabicPeriod"/>
            </a:pPr>
            <a:r>
              <a:rPr lang="en-US" sz="3000" b="1" dirty="0"/>
              <a:t>Schema</a:t>
            </a:r>
          </a:p>
          <a:p>
            <a:pPr marL="514350" indent="-514350" algn="l">
              <a:lnSpc>
                <a:spcPct val="90000"/>
              </a:lnSpc>
              <a:buAutoNum type="arabicPeriod"/>
            </a:pPr>
            <a:r>
              <a:rPr lang="en-US" sz="3000" b="1" dirty="0"/>
              <a:t>Table</a:t>
            </a:r>
          </a:p>
          <a:p>
            <a:pPr marL="514350" indent="-514350" algn="l">
              <a:lnSpc>
                <a:spcPct val="90000"/>
              </a:lnSpc>
              <a:buAutoNum type="arabicPeriod"/>
            </a:pPr>
            <a:r>
              <a:rPr lang="en-US" sz="3000" b="1" dirty="0"/>
              <a:t>Database Views</a:t>
            </a:r>
          </a:p>
        </p:txBody>
      </p:sp>
      <p:pic>
        <p:nvPicPr>
          <p:cNvPr id="7" name="Graphic 6" descr="Bar chart">
            <a:extLst>
              <a:ext uri="{FF2B5EF4-FFF2-40B4-BE49-F238E27FC236}">
                <a16:creationId xmlns:a16="http://schemas.microsoft.com/office/drawing/2014/main" id="{7AE2033C-BF9A-69CB-610A-B8B87248D9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8161" y="2937750"/>
            <a:ext cx="966789" cy="966789"/>
          </a:xfrm>
          <a:prstGeom prst="rect">
            <a:avLst/>
          </a:prstGeom>
        </p:spPr>
      </p:pic>
      <p:pic>
        <p:nvPicPr>
          <p:cNvPr id="9" name="Graphic 8" descr="Bar chart">
            <a:extLst>
              <a:ext uri="{FF2B5EF4-FFF2-40B4-BE49-F238E27FC236}">
                <a16:creationId xmlns:a16="http://schemas.microsoft.com/office/drawing/2014/main" id="{C47A3642-829C-4713-8253-21DFE154F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5861" y="1392825"/>
            <a:ext cx="4058507" cy="405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7454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Picture 34">
            <a:extLst>
              <a:ext uri="{FF2B5EF4-FFF2-40B4-BE49-F238E27FC236}">
                <a16:creationId xmlns:a16="http://schemas.microsoft.com/office/drawing/2014/main" id="{0626D467-8B9F-0352-C192-2DCE7A8B1B6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l="5961" r="5038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0"/>
            <a:ext cx="7886700" cy="925276"/>
          </a:xfrm>
        </p:spPr>
        <p:txBody>
          <a:bodyPr>
            <a:normAutofit/>
          </a:bodyPr>
          <a:lstStyle/>
          <a:p>
            <a:r>
              <a:rPr lang="en-US" b="1" dirty="0"/>
              <a:t>What is a Database?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6D30742-0373-0039-E6C2-B7B1F21CD1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9620237"/>
              </p:ext>
            </p:extLst>
          </p:nvPr>
        </p:nvGraphicFramePr>
        <p:xfrm>
          <a:off x="628650" y="925286"/>
          <a:ext cx="7886700" cy="52516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18D744-7EAA-4EC7-9276-B6367BE22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</a:rPr>
              <a:t>Why Do We Need a Database?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C173743-5601-82A4-ABE4-BA48A9A958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5246799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036597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454327-A267-F278-5715-092D5F99D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84" y="248038"/>
            <a:ext cx="529779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Type of Databases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F288EDD-20D3-1D6F-2509-2631EBD59E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6539756"/>
              </p:ext>
            </p:extLst>
          </p:nvPr>
        </p:nvGraphicFramePr>
        <p:xfrm>
          <a:off x="1" y="1575957"/>
          <a:ext cx="9143997" cy="4843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7506">
                  <a:extLst>
                    <a:ext uri="{9D8B030D-6E8A-4147-A177-3AD203B41FA5}">
                      <a16:colId xmlns:a16="http://schemas.microsoft.com/office/drawing/2014/main" val="999453141"/>
                    </a:ext>
                  </a:extLst>
                </a:gridCol>
                <a:gridCol w="3315598">
                  <a:extLst>
                    <a:ext uri="{9D8B030D-6E8A-4147-A177-3AD203B41FA5}">
                      <a16:colId xmlns:a16="http://schemas.microsoft.com/office/drawing/2014/main" val="331630456"/>
                    </a:ext>
                  </a:extLst>
                </a:gridCol>
                <a:gridCol w="1921625">
                  <a:extLst>
                    <a:ext uri="{9D8B030D-6E8A-4147-A177-3AD203B41FA5}">
                      <a16:colId xmlns:a16="http://schemas.microsoft.com/office/drawing/2014/main" val="2705868401"/>
                    </a:ext>
                  </a:extLst>
                </a:gridCol>
                <a:gridCol w="1969268">
                  <a:extLst>
                    <a:ext uri="{9D8B030D-6E8A-4147-A177-3AD203B41FA5}">
                      <a16:colId xmlns:a16="http://schemas.microsoft.com/office/drawing/2014/main" val="4052360702"/>
                    </a:ext>
                  </a:extLst>
                </a:gridCol>
              </a:tblGrid>
              <a:tr h="35692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 u="none" strike="noStrike">
                          <a:effectLst/>
                        </a:rPr>
                        <a:t>Database Name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 u="none" strike="noStrike" dirty="0">
                          <a:effectLst/>
                        </a:rPr>
                        <a:t>Description</a:t>
                      </a:r>
                      <a:endParaRPr lang="en-US" sz="15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 u="none" strike="noStrike">
                          <a:effectLst/>
                        </a:rPr>
                        <a:t>Example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500" b="1" u="none" strike="noStrike">
                          <a:effectLst/>
                        </a:rPr>
                        <a:t>Use Cases</a:t>
                      </a:r>
                      <a:endParaRPr lang="en-US" sz="15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ctr"/>
                </a:tc>
                <a:extLst>
                  <a:ext uri="{0D108BD9-81ED-4DB2-BD59-A6C34878D82A}">
                    <a16:rowId xmlns:a16="http://schemas.microsoft.com/office/drawing/2014/main" val="1804178665"/>
                  </a:ext>
                </a:extLst>
              </a:tr>
              <a:tr h="311793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Relational Database (RDBMS)</a:t>
                      </a:r>
                      <a:endParaRPr lang="en-US" sz="13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ctr"/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Stores data in tables (rows and columns) and uses SQL for querying.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Oracle Database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Banking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4165923456"/>
                  </a:ext>
                </a:extLst>
              </a:tr>
              <a:tr h="3117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Microsoft SQL Server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ERP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1626826336"/>
                  </a:ext>
                </a:extLst>
              </a:tr>
              <a:tr h="3117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PostgreSQL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Finance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4050741137"/>
                  </a:ext>
                </a:extLst>
              </a:tr>
              <a:tr h="311793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NoSQL Database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ctr"/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Stores data in formats other than tables, such as documents, key-value pairs, graphs, or columns.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MongoDB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Social media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4292822993"/>
                  </a:ext>
                </a:extLst>
              </a:tr>
              <a:tr h="3117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Cassandra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Mobile apps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2365228169"/>
                  </a:ext>
                </a:extLst>
              </a:tr>
              <a:tr h="3117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Couchbase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Big Data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2974012654"/>
                  </a:ext>
                </a:extLst>
              </a:tr>
              <a:tr h="560024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Data Warehouse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ctr"/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Designed for analytical processing and reporting.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Azure Synapse Analytics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Business Intelligence (BI)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3440446818"/>
                  </a:ext>
                </a:extLst>
              </a:tr>
              <a:tr h="3117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Snowflake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Dashboards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4229671687"/>
                  </a:ext>
                </a:extLst>
              </a:tr>
              <a:tr h="3117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Redshift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Data Analytics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1621801477"/>
                  </a:ext>
                </a:extLst>
              </a:tr>
              <a:tr h="560024"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Data Lake</a:t>
                      </a:r>
                      <a:endParaRPr lang="en-US" sz="13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ctr"/>
                </a:tc>
                <a:tc rowSpan="3"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Stores structured, semi-structured, and unstructured data.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Azure Data Lake Storage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Big Data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2631891129"/>
                  </a:ext>
                </a:extLst>
              </a:tr>
              <a:tr h="3117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Amazon S3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Machine Learning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790942585"/>
                  </a:ext>
                </a:extLst>
              </a:tr>
              <a:tr h="56002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>
                          <a:effectLst/>
                        </a:rPr>
                        <a:t>Oracle Cloud Object Storage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300" u="none" strike="noStrike" dirty="0">
                          <a:effectLst/>
                        </a:rPr>
                        <a:t>Data Science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7378" marR="7378" marT="7378" marB="0" anchor="b"/>
                </a:tc>
                <a:extLst>
                  <a:ext uri="{0D108BD9-81ED-4DB2-BD59-A6C34878D82A}">
                    <a16:rowId xmlns:a16="http://schemas.microsoft.com/office/drawing/2014/main" val="11842022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70754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69E84B3-D7B2-8B14-6C8C-553F60CCC8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411" r="21095" b="-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US" sz="3500" b="1" dirty="0"/>
              <a:t>What is RDBMS?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EB89082-C0EF-CF0E-85B5-DDA320222C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3524573"/>
              </p:ext>
            </p:extLst>
          </p:nvPr>
        </p:nvGraphicFramePr>
        <p:xfrm>
          <a:off x="4586487" y="2743200"/>
          <a:ext cx="3935505" cy="34968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AEA48B-9FCE-396B-69B0-D3CEE909D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30" y="762001"/>
            <a:ext cx="4441368" cy="1708242"/>
          </a:xfrm>
        </p:spPr>
        <p:txBody>
          <a:bodyPr anchor="ctr">
            <a:normAutofit/>
          </a:bodyPr>
          <a:lstStyle/>
          <a:p>
            <a:r>
              <a:rPr lang="en-US" sz="3500" b="1" dirty="0"/>
              <a:t>Database Transaction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B58302-A0FE-707F-964F-7007B07F8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900" dirty="0"/>
              <a:t>A transaction ensures that all operations either succeed together or fail together, maintaining database consistency.</a:t>
            </a:r>
          </a:p>
          <a:p>
            <a:pPr marL="0" indent="0">
              <a:buNone/>
            </a:pPr>
            <a:r>
              <a:rPr lang="en-US" sz="1900" b="1" dirty="0"/>
              <a:t>Example:</a:t>
            </a:r>
            <a:r>
              <a:rPr lang="en-US" sz="1900" dirty="0"/>
              <a:t> A bank fund transfer:</a:t>
            </a:r>
          </a:p>
          <a:p>
            <a:r>
              <a:rPr lang="en-US" sz="1900" dirty="0"/>
              <a:t>Deduct money from Account A. </a:t>
            </a:r>
          </a:p>
          <a:p>
            <a:r>
              <a:rPr lang="en-US" sz="1900" dirty="0"/>
              <a:t>Add money to Account B. </a:t>
            </a:r>
          </a:p>
          <a:p>
            <a:r>
              <a:rPr lang="en-US" sz="1900" dirty="0"/>
              <a:t>Commit the transaction. </a:t>
            </a:r>
          </a:p>
          <a:p>
            <a:r>
              <a:rPr lang="en-US" sz="1900" dirty="0"/>
              <a:t>If either operation fails, the entire transaction is rolled back.</a:t>
            </a:r>
          </a:p>
          <a:p>
            <a:pPr marL="0" indent="0">
              <a:buNone/>
            </a:pPr>
            <a:endParaRPr lang="en-US" sz="1700" dirty="0"/>
          </a:p>
        </p:txBody>
      </p:sp>
      <p:pic>
        <p:nvPicPr>
          <p:cNvPr id="5" name="Picture 4" descr="Calculator, pen, compass, money and a paper with graphs printed on it">
            <a:extLst>
              <a:ext uri="{FF2B5EF4-FFF2-40B4-BE49-F238E27FC236}">
                <a16:creationId xmlns:a16="http://schemas.microsoft.com/office/drawing/2014/main" id="{4E5524F5-B13D-95B7-023B-6A6F0ECD34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565" r="30344" b="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36627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E42FF16-E804-339B-C39B-1B396F01F1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8215230"/>
              </p:ext>
            </p:extLst>
          </p:nvPr>
        </p:nvGraphicFramePr>
        <p:xfrm>
          <a:off x="1" y="0"/>
          <a:ext cx="9144000" cy="6857998"/>
        </p:xfrm>
        <a:graphic>
          <a:graphicData uri="http://schemas.openxmlformats.org/drawingml/2006/table">
            <a:tbl>
              <a:tblPr firstRow="1" bandRow="1">
                <a:solidFill>
                  <a:srgbClr val="404040"/>
                </a:solidFill>
              </a:tblPr>
              <a:tblGrid>
                <a:gridCol w="1903562">
                  <a:extLst>
                    <a:ext uri="{9D8B030D-6E8A-4147-A177-3AD203B41FA5}">
                      <a16:colId xmlns:a16="http://schemas.microsoft.com/office/drawing/2014/main" val="400294826"/>
                    </a:ext>
                  </a:extLst>
                </a:gridCol>
                <a:gridCol w="3545729">
                  <a:extLst>
                    <a:ext uri="{9D8B030D-6E8A-4147-A177-3AD203B41FA5}">
                      <a16:colId xmlns:a16="http://schemas.microsoft.com/office/drawing/2014/main" val="1799567524"/>
                    </a:ext>
                  </a:extLst>
                </a:gridCol>
                <a:gridCol w="3694709">
                  <a:extLst>
                    <a:ext uri="{9D8B030D-6E8A-4147-A177-3AD203B41FA5}">
                      <a16:colId xmlns:a16="http://schemas.microsoft.com/office/drawing/2014/main" val="3417280997"/>
                    </a:ext>
                  </a:extLst>
                </a:gridCol>
              </a:tblGrid>
              <a:tr h="843424">
                <a:tc gridSpan="3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2900" b="1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ACID Summary</a:t>
                      </a:r>
                    </a:p>
                  </a:txBody>
                  <a:tcPr marL="11700" marR="11700" marT="16848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0415620"/>
                  </a:ext>
                </a:extLst>
              </a:tr>
              <a:tr h="70515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1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Property</a:t>
                      </a:r>
                    </a:p>
                  </a:txBody>
                  <a:tcPr marL="11700" marR="11700" marT="16848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1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Description</a:t>
                      </a:r>
                    </a:p>
                  </a:txBody>
                  <a:tcPr marL="11700" marR="11700" marT="16848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2200" b="1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Example</a:t>
                      </a:r>
                    </a:p>
                  </a:txBody>
                  <a:tcPr marL="11700" marR="11700" marT="16848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497649"/>
                  </a:ext>
                </a:extLst>
              </a:tr>
              <a:tr h="11199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1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Atomicity</a:t>
                      </a:r>
                    </a:p>
                  </a:txBody>
                  <a:tcPr marL="11700" marR="11700" marT="16848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All operations succeed or none do.</a:t>
                      </a:r>
                    </a:p>
                  </a:txBody>
                  <a:tcPr marL="11700" marR="11700" marT="16848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Bank transfer rollback on failure.</a:t>
                      </a:r>
                    </a:p>
                  </a:txBody>
                  <a:tcPr marL="11700" marR="11700" marT="16848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4782231"/>
                  </a:ext>
                </a:extLst>
              </a:tr>
              <a:tr h="15347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1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Consistency</a:t>
                      </a:r>
                    </a:p>
                  </a:txBody>
                  <a:tcPr marL="11700" marR="11700" marT="16848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Data remains valid before and after the transaction.</a:t>
                      </a:r>
                    </a:p>
                  </a:txBody>
                  <a:tcPr marL="11700" marR="11700" marT="16848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Total account balance remains unchanged after transfer.</a:t>
                      </a:r>
                    </a:p>
                  </a:txBody>
                  <a:tcPr marL="11700" marR="11700" marT="16848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379334"/>
                  </a:ext>
                </a:extLst>
              </a:tr>
              <a:tr h="1534753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1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Isolation</a:t>
                      </a:r>
                    </a:p>
                  </a:txBody>
                  <a:tcPr marL="11700" marR="11700" marT="16848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Concurrent transactions do not interfere with each other.</a:t>
                      </a:r>
                    </a:p>
                  </a:txBody>
                  <a:tcPr marL="11700" marR="11700" marT="16848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Two users updating different records safely.</a:t>
                      </a:r>
                    </a:p>
                  </a:txBody>
                  <a:tcPr marL="11700" marR="11700" marT="16848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6764931"/>
                  </a:ext>
                </a:extLst>
              </a:tr>
              <a:tr h="111995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1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Durability</a:t>
                      </a:r>
                    </a:p>
                  </a:txBody>
                  <a:tcPr marL="11700" marR="11700" marT="16848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 cap="none" spc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Committed changes are permanently saved.</a:t>
                      </a:r>
                    </a:p>
                  </a:txBody>
                  <a:tcPr marL="11700" marR="11700" marT="16848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b="0" i="0" u="none" strike="noStrike" cap="none" spc="0" dirty="0">
                          <a:solidFill>
                            <a:schemeClr val="bg1"/>
                          </a:solidFill>
                          <a:effectLst/>
                          <a:latin typeface="Aptos Narrow" panose="020B0004020202020204" pitchFamily="34" charset="0"/>
                        </a:rPr>
                        <a:t>Data persists after a server restart.</a:t>
                      </a:r>
                    </a:p>
                  </a:txBody>
                  <a:tcPr marL="11700" marR="11700" marT="168480" marB="0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9581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74972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 b="1" dirty="0">
                <a:solidFill>
                  <a:srgbClr val="FFFFFF"/>
                </a:solidFill>
              </a:rPr>
              <a:t>What is a Schema?</a:t>
            </a:r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A9CDA6CD-0AFF-6322-6D5A-7C480B0C2DC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3448750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557189"/>
            <a:ext cx="2530602" cy="5567891"/>
          </a:xfrm>
        </p:spPr>
        <p:txBody>
          <a:bodyPr>
            <a:normAutofit/>
          </a:bodyPr>
          <a:lstStyle/>
          <a:p>
            <a:r>
              <a:rPr lang="en-US" sz="4500" b="1" dirty="0"/>
              <a:t>What is a Table?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EF9A2105-D153-8EF6-221F-76F43F87D1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7412935"/>
              </p:ext>
            </p:extLst>
          </p:nvPr>
        </p:nvGraphicFramePr>
        <p:xfrm>
          <a:off x="3819906" y="620392"/>
          <a:ext cx="469773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46" y="554152"/>
            <a:ext cx="4306641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5825B6-C221-634F-A7B2-58C07491E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3804" y="1289765"/>
            <a:ext cx="2738325" cy="4270963"/>
          </a:xfrm>
        </p:spPr>
        <p:txBody>
          <a:bodyPr anchor="ctr">
            <a:normAutofit/>
          </a:bodyPr>
          <a:lstStyle/>
          <a:p>
            <a:r>
              <a:rPr lang="en-US" sz="4900" b="1" dirty="0">
                <a:solidFill>
                  <a:srgbClr val="FFFFFF"/>
                </a:solidFill>
              </a:rPr>
              <a:t>What is a Database View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619" y="374394"/>
            <a:ext cx="128637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2581" y="1084507"/>
            <a:ext cx="118159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D9569F-3BA7-39C2-FC46-4921621239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2924" y="518401"/>
            <a:ext cx="3845004" cy="5626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A </a:t>
            </a:r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database view</a:t>
            </a:r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 is a virtual table created from the result of a SQL query. Unlike a physical table, a view does not store data itself; it presents data stored in one or more underlying tables.</a:t>
            </a:r>
          </a:p>
          <a:p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  <a:p>
            <a:pPr marL="0" indent="0">
              <a:buNone/>
            </a:pPr>
            <a:r>
              <a:rPr lang="en-US" sz="1700" b="1" dirty="0">
                <a:solidFill>
                  <a:schemeClr val="tx1">
                    <a:alpha val="80000"/>
                  </a:schemeClr>
                </a:solidFill>
              </a:rPr>
              <a:t>Views are commonly used to:</a:t>
            </a:r>
          </a:p>
          <a:p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Simplify complex SQL queries </a:t>
            </a:r>
          </a:p>
          <a:p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Hide complex joins from users </a:t>
            </a:r>
          </a:p>
          <a:p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Improve code reusability </a:t>
            </a:r>
          </a:p>
          <a:p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Restrict access to sensitive columns </a:t>
            </a:r>
          </a:p>
          <a:p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Provide consistent business logic </a:t>
            </a:r>
          </a:p>
          <a:p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Simplify reporting queries </a:t>
            </a:r>
          </a:p>
          <a:p>
            <a:r>
              <a:rPr lang="en-US" sz="1700" dirty="0">
                <a:solidFill>
                  <a:schemeClr val="tx1">
                    <a:alpha val="80000"/>
                  </a:schemeClr>
                </a:solidFill>
              </a:rPr>
              <a:t>Support ETL transformations</a:t>
            </a:r>
          </a:p>
          <a:p>
            <a:pPr marL="0" indent="0">
              <a:buNone/>
            </a:pPr>
            <a:endParaRPr lang="en-US" sz="1700" dirty="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77410" y="5751820"/>
            <a:ext cx="84319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89621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4159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9E5FA-1B01-5EA9-4B15-43ED960A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1" y="475399"/>
            <a:ext cx="5967357" cy="820001"/>
          </a:xfrm>
        </p:spPr>
        <p:txBody>
          <a:bodyPr>
            <a:normAutofit/>
          </a:bodyPr>
          <a:lstStyle/>
          <a:p>
            <a:pPr algn="l"/>
            <a:r>
              <a:rPr lang="en-US" sz="3000" b="1" dirty="0"/>
              <a:t>Advantage of Views: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2F6778-628A-2DD7-3622-41CBBC642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87" y="1469571"/>
            <a:ext cx="5493656" cy="4546599"/>
          </a:xfrm>
        </p:spPr>
        <p:txBody>
          <a:bodyPr anchor="ctr"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Simplifies SQL development.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Reusable business logic.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Easier maintenance.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Better security.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Consistent reporting.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Hides complex joins.</a:t>
            </a:r>
          </a:p>
          <a:p>
            <a:r>
              <a:rPr lang="en-US" sz="2000" dirty="0"/>
              <a:t>Reduces duplicate SQL code.</a:t>
            </a:r>
            <a:br>
              <a:rPr lang="en-US" sz="1900" dirty="0"/>
            </a:br>
            <a:br>
              <a:rPr lang="en-US" sz="1900" dirty="0"/>
            </a:br>
            <a:r>
              <a:rPr lang="en-US" sz="3000" b="1" dirty="0"/>
              <a:t>Limitations:</a:t>
            </a:r>
            <a:endParaRPr lang="en-US" sz="1900" b="1" dirty="0"/>
          </a:p>
          <a:p>
            <a:r>
              <a:rPr lang="en-US" sz="2200" dirty="0"/>
              <a:t>Views may become slow if built on many joins.</a:t>
            </a:r>
          </a:p>
          <a:p>
            <a:r>
              <a:rPr lang="en-US" sz="2200" dirty="0"/>
              <a:t>Nested views reduce performance.</a:t>
            </a:r>
          </a:p>
          <a:p>
            <a:r>
              <a:rPr lang="en-US" sz="2200" dirty="0"/>
              <a:t>Views do not automatically improve performance.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Web Design">
            <a:extLst>
              <a:ext uri="{FF2B5EF4-FFF2-40B4-BE49-F238E27FC236}">
                <a16:creationId xmlns:a16="http://schemas.microsoft.com/office/drawing/2014/main" id="{08177EAD-6DE5-3948-5E4D-9CFDC54C2A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757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rPr lang="en-US" b="1" dirty="0"/>
              <a:t>Stage</a:t>
            </a:r>
            <a:r>
              <a:rPr b="1" dirty="0"/>
              <a:t> Layer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71EECF3-6A91-D3C2-B486-CFC37FC8CA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26764111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0705" y="685801"/>
            <a:ext cx="2621145" cy="5491162"/>
          </a:xfrm>
        </p:spPr>
        <p:txBody>
          <a:bodyPr>
            <a:normAutofit/>
          </a:bodyPr>
          <a:lstStyle/>
          <a:p>
            <a:r>
              <a:rPr b="1" dirty="0"/>
              <a:t>Refined Layer (TGT)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59FDBBCB-3A0C-B20C-693F-1431ED23A8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5765198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8DED6BC-9A3E-48D4-AD7C-A56D63F547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6B6E033A-DB2E-49B8-B600-B38E0C2802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9926" y="1371600"/>
            <a:ext cx="3396984" cy="3589977"/>
          </a:xfrm>
          <a:custGeom>
            <a:avLst/>
            <a:gdLst>
              <a:gd name="connsiteX0" fmla="*/ 5462602 w 5470628"/>
              <a:gd name="connsiteY0" fmla="*/ 1413608 h 3193741"/>
              <a:gd name="connsiteX1" fmla="*/ 5465724 w 5470628"/>
              <a:gd name="connsiteY1" fmla="*/ 1421881 h 3193741"/>
              <a:gd name="connsiteX2" fmla="*/ 5465025 w 5470628"/>
              <a:gd name="connsiteY2" fmla="*/ 1466556 h 3193741"/>
              <a:gd name="connsiteX3" fmla="*/ 5463208 w 5470628"/>
              <a:gd name="connsiteY3" fmla="*/ 1466226 h 3193741"/>
              <a:gd name="connsiteX4" fmla="*/ 5463242 w 5470628"/>
              <a:gd name="connsiteY4" fmla="*/ 1451866 h 3193741"/>
              <a:gd name="connsiteX5" fmla="*/ 5462894 w 5470628"/>
              <a:gd name="connsiteY5" fmla="*/ 1423194 h 3193741"/>
              <a:gd name="connsiteX6" fmla="*/ 5461417 w 5470628"/>
              <a:gd name="connsiteY6" fmla="*/ 1391849 h 3193741"/>
              <a:gd name="connsiteX7" fmla="*/ 5462246 w 5470628"/>
              <a:gd name="connsiteY7" fmla="*/ 1401944 h 3193741"/>
              <a:gd name="connsiteX8" fmla="*/ 5462602 w 5470628"/>
              <a:gd name="connsiteY8" fmla="*/ 1413608 h 3193741"/>
              <a:gd name="connsiteX9" fmla="*/ 5459078 w 5470628"/>
              <a:gd name="connsiteY9" fmla="*/ 1404268 h 3193741"/>
              <a:gd name="connsiteX10" fmla="*/ 5460137 w 5470628"/>
              <a:gd name="connsiteY10" fmla="*/ 1393780 h 3193741"/>
              <a:gd name="connsiteX11" fmla="*/ 5461417 w 5470628"/>
              <a:gd name="connsiteY11" fmla="*/ 1391849 h 3193741"/>
              <a:gd name="connsiteX12" fmla="*/ 614271 w 5470628"/>
              <a:gd name="connsiteY12" fmla="*/ 1052206 h 3193741"/>
              <a:gd name="connsiteX13" fmla="*/ 611497 w 5470628"/>
              <a:gd name="connsiteY13" fmla="*/ 1055389 h 3193741"/>
              <a:gd name="connsiteX14" fmla="*/ 630277 w 5470628"/>
              <a:gd name="connsiteY14" fmla="*/ 1065215 h 3193741"/>
              <a:gd name="connsiteX15" fmla="*/ 651856 w 5470628"/>
              <a:gd name="connsiteY15" fmla="*/ 1067584 h 3193741"/>
              <a:gd name="connsiteX16" fmla="*/ 614271 w 5470628"/>
              <a:gd name="connsiteY16" fmla="*/ 1052206 h 3193741"/>
              <a:gd name="connsiteX17" fmla="*/ 810628 w 5470628"/>
              <a:gd name="connsiteY17" fmla="*/ 695550 h 3193741"/>
              <a:gd name="connsiteX18" fmla="*/ 1033084 w 5470628"/>
              <a:gd name="connsiteY18" fmla="*/ 791270 h 3193741"/>
              <a:gd name="connsiteX19" fmla="*/ 1036153 w 5470628"/>
              <a:gd name="connsiteY19" fmla="*/ 788050 h 3193741"/>
              <a:gd name="connsiteX20" fmla="*/ 810628 w 5470628"/>
              <a:gd name="connsiteY20" fmla="*/ 695550 h 3193741"/>
              <a:gd name="connsiteX21" fmla="*/ 4850908 w 5470628"/>
              <a:gd name="connsiteY21" fmla="*/ 727 h 3193741"/>
              <a:gd name="connsiteX22" fmla="*/ 4858584 w 5470628"/>
              <a:gd name="connsiteY22" fmla="*/ 13795 h 3193741"/>
              <a:gd name="connsiteX23" fmla="*/ 4843408 w 5470628"/>
              <a:gd name="connsiteY23" fmla="*/ 37224 h 3193741"/>
              <a:gd name="connsiteX24" fmla="*/ 4871062 w 5470628"/>
              <a:gd name="connsiteY24" fmla="*/ 78954 h 3193741"/>
              <a:gd name="connsiteX25" fmla="*/ 4989038 w 5470628"/>
              <a:gd name="connsiteY25" fmla="*/ 66799 h 3193741"/>
              <a:gd name="connsiteX26" fmla="*/ 5002636 w 5470628"/>
              <a:gd name="connsiteY26" fmla="*/ 79388 h 3193741"/>
              <a:gd name="connsiteX27" fmla="*/ 5008332 w 5470628"/>
              <a:gd name="connsiteY27" fmla="*/ 140859 h 3193741"/>
              <a:gd name="connsiteX28" fmla="*/ 5014326 w 5470628"/>
              <a:gd name="connsiteY28" fmla="*/ 155555 h 3193741"/>
              <a:gd name="connsiteX29" fmla="*/ 5030704 w 5470628"/>
              <a:gd name="connsiteY29" fmla="*/ 221190 h 3193741"/>
              <a:gd name="connsiteX30" fmla="*/ 5097262 w 5470628"/>
              <a:gd name="connsiteY30" fmla="*/ 317759 h 3193741"/>
              <a:gd name="connsiteX31" fmla="*/ 5165084 w 5470628"/>
              <a:gd name="connsiteY31" fmla="*/ 373367 h 3193741"/>
              <a:gd name="connsiteX32" fmla="*/ 5174137 w 5470628"/>
              <a:gd name="connsiteY32" fmla="*/ 389353 h 3193741"/>
              <a:gd name="connsiteX33" fmla="*/ 5192507 w 5470628"/>
              <a:gd name="connsiteY33" fmla="*/ 453561 h 3193741"/>
              <a:gd name="connsiteX34" fmla="*/ 5187160 w 5470628"/>
              <a:gd name="connsiteY34" fmla="*/ 467732 h 3193741"/>
              <a:gd name="connsiteX35" fmla="*/ 5160106 w 5470628"/>
              <a:gd name="connsiteY35" fmla="*/ 486904 h 3193741"/>
              <a:gd name="connsiteX36" fmla="*/ 5138948 w 5470628"/>
              <a:gd name="connsiteY36" fmla="*/ 528614 h 3193741"/>
              <a:gd name="connsiteX37" fmla="*/ 5097016 w 5470628"/>
              <a:gd name="connsiteY37" fmla="*/ 589923 h 3193741"/>
              <a:gd name="connsiteX38" fmla="*/ 5075869 w 5470628"/>
              <a:gd name="connsiteY38" fmla="*/ 608381 h 3193741"/>
              <a:gd name="connsiteX39" fmla="*/ 5093172 w 5470628"/>
              <a:gd name="connsiteY39" fmla="*/ 618385 h 3193741"/>
              <a:gd name="connsiteX40" fmla="*/ 5153518 w 5470628"/>
              <a:gd name="connsiteY40" fmla="*/ 687474 h 3193741"/>
              <a:gd name="connsiteX41" fmla="*/ 5074984 w 5470628"/>
              <a:gd name="connsiteY41" fmla="*/ 776941 h 3193741"/>
              <a:gd name="connsiteX42" fmla="*/ 5033348 w 5470628"/>
              <a:gd name="connsiteY42" fmla="*/ 805473 h 3193741"/>
              <a:gd name="connsiteX43" fmla="*/ 5116847 w 5470628"/>
              <a:gd name="connsiteY43" fmla="*/ 803426 h 3193741"/>
              <a:gd name="connsiteX44" fmla="*/ 5147902 w 5470628"/>
              <a:gd name="connsiteY44" fmla="*/ 833118 h 3193741"/>
              <a:gd name="connsiteX45" fmla="*/ 5161665 w 5470628"/>
              <a:gd name="connsiteY45" fmla="*/ 848297 h 3193741"/>
              <a:gd name="connsiteX46" fmla="*/ 5246520 w 5470628"/>
              <a:gd name="connsiteY46" fmla="*/ 942412 h 3193741"/>
              <a:gd name="connsiteX47" fmla="*/ 5235368 w 5470628"/>
              <a:gd name="connsiteY47" fmla="*/ 972946 h 3193741"/>
              <a:gd name="connsiteX48" fmla="*/ 5113739 w 5470628"/>
              <a:gd name="connsiteY48" fmla="*/ 1128845 h 3193741"/>
              <a:gd name="connsiteX49" fmla="*/ 5255034 w 5470628"/>
              <a:gd name="connsiteY49" fmla="*/ 1151117 h 3193741"/>
              <a:gd name="connsiteX50" fmla="*/ 5267513 w 5470628"/>
              <a:gd name="connsiteY50" fmla="*/ 1216275 h 3193741"/>
              <a:gd name="connsiteX51" fmla="*/ 5343113 w 5470628"/>
              <a:gd name="connsiteY51" fmla="*/ 1281854 h 3193741"/>
              <a:gd name="connsiteX52" fmla="*/ 5452014 w 5470628"/>
              <a:gd name="connsiteY52" fmla="*/ 1385543 h 3193741"/>
              <a:gd name="connsiteX53" fmla="*/ 5459078 w 5470628"/>
              <a:gd name="connsiteY53" fmla="*/ 1404268 h 3193741"/>
              <a:gd name="connsiteX54" fmla="*/ 5458838 w 5470628"/>
              <a:gd name="connsiteY54" fmla="*/ 1406644 h 3193741"/>
              <a:gd name="connsiteX55" fmla="*/ 5455752 w 5470628"/>
              <a:gd name="connsiteY55" fmla="*/ 1450751 h 3193741"/>
              <a:gd name="connsiteX56" fmla="*/ 5454594 w 5470628"/>
              <a:gd name="connsiteY56" fmla="*/ 1464662 h 3193741"/>
              <a:gd name="connsiteX57" fmla="*/ 5447215 w 5470628"/>
              <a:gd name="connsiteY57" fmla="*/ 1463321 h 3193741"/>
              <a:gd name="connsiteX58" fmla="*/ 5433934 w 5470628"/>
              <a:gd name="connsiteY58" fmla="*/ 1458428 h 3193741"/>
              <a:gd name="connsiteX59" fmla="*/ 5424276 w 5470628"/>
              <a:gd name="connsiteY59" fmla="*/ 1477014 h 3193741"/>
              <a:gd name="connsiteX60" fmla="*/ 5444628 w 5470628"/>
              <a:gd name="connsiteY60" fmla="*/ 1511562 h 3193741"/>
              <a:gd name="connsiteX61" fmla="*/ 5453752 w 5470628"/>
              <a:gd name="connsiteY61" fmla="*/ 1474786 h 3193741"/>
              <a:gd name="connsiteX62" fmla="*/ 5454594 w 5470628"/>
              <a:gd name="connsiteY62" fmla="*/ 1464662 h 3193741"/>
              <a:gd name="connsiteX63" fmla="*/ 5463208 w 5470628"/>
              <a:gd name="connsiteY63" fmla="*/ 1466226 h 3193741"/>
              <a:gd name="connsiteX64" fmla="*/ 5463164 w 5470628"/>
              <a:gd name="connsiteY64" fmla="*/ 1484226 h 3193741"/>
              <a:gd name="connsiteX65" fmla="*/ 5456160 w 5470628"/>
              <a:gd name="connsiteY65" fmla="*/ 1575885 h 3193741"/>
              <a:gd name="connsiteX66" fmla="*/ 5345636 w 5470628"/>
              <a:gd name="connsiteY66" fmla="*/ 1714543 h 3193741"/>
              <a:gd name="connsiteX67" fmla="*/ 5251319 w 5470628"/>
              <a:gd name="connsiteY67" fmla="*/ 1775792 h 3193741"/>
              <a:gd name="connsiteX68" fmla="*/ 5043512 w 5470628"/>
              <a:gd name="connsiteY68" fmla="*/ 2027305 h 3193741"/>
              <a:gd name="connsiteX69" fmla="*/ 4978144 w 5470628"/>
              <a:gd name="connsiteY69" fmla="*/ 2108535 h 3193741"/>
              <a:gd name="connsiteX70" fmla="*/ 5031476 w 5470628"/>
              <a:gd name="connsiteY70" fmla="*/ 2128173 h 3193741"/>
              <a:gd name="connsiteX71" fmla="*/ 4937389 w 5470628"/>
              <a:gd name="connsiteY71" fmla="*/ 2216441 h 3193741"/>
              <a:gd name="connsiteX72" fmla="*/ 4826122 w 5470628"/>
              <a:gd name="connsiteY72" fmla="*/ 2315331 h 3193741"/>
              <a:gd name="connsiteX73" fmla="*/ 2544647 w 5470628"/>
              <a:gd name="connsiteY73" fmla="*/ 3190975 h 3193741"/>
              <a:gd name="connsiteX74" fmla="*/ 1328257 w 5470628"/>
              <a:gd name="connsiteY74" fmla="*/ 3153006 h 3193741"/>
              <a:gd name="connsiteX75" fmla="*/ 977943 w 5470628"/>
              <a:gd name="connsiteY75" fmla="*/ 3082502 h 3193741"/>
              <a:gd name="connsiteX76" fmla="*/ 854473 w 5470628"/>
              <a:gd name="connsiteY76" fmla="*/ 2994250 h 3193741"/>
              <a:gd name="connsiteX77" fmla="*/ 811593 w 5470628"/>
              <a:gd name="connsiteY77" fmla="*/ 2970498 h 3193741"/>
              <a:gd name="connsiteX78" fmla="*/ 707024 w 5470628"/>
              <a:gd name="connsiteY78" fmla="*/ 2945439 h 3193741"/>
              <a:gd name="connsiteX79" fmla="*/ 523487 w 5470628"/>
              <a:gd name="connsiteY79" fmla="*/ 2886053 h 3193741"/>
              <a:gd name="connsiteX80" fmla="*/ 587884 w 5470628"/>
              <a:gd name="connsiteY80" fmla="*/ 2859746 h 3193741"/>
              <a:gd name="connsiteX81" fmla="*/ 779426 w 5470628"/>
              <a:gd name="connsiteY81" fmla="*/ 2885897 h 3193741"/>
              <a:gd name="connsiteX82" fmla="*/ 917288 w 5470628"/>
              <a:gd name="connsiteY82" fmla="*/ 2882248 h 3193741"/>
              <a:gd name="connsiteX83" fmla="*/ 718684 w 5470628"/>
              <a:gd name="connsiteY83" fmla="*/ 2819941 h 3193741"/>
              <a:gd name="connsiteX84" fmla="*/ 524650 w 5470628"/>
              <a:gd name="connsiteY84" fmla="*/ 2731220 h 3193741"/>
              <a:gd name="connsiteX85" fmla="*/ 670138 w 5470628"/>
              <a:gd name="connsiteY85" fmla="*/ 2735189 h 3193741"/>
              <a:gd name="connsiteX86" fmla="*/ 675382 w 5470628"/>
              <a:gd name="connsiteY86" fmla="*/ 2719369 h 3193741"/>
              <a:gd name="connsiteX87" fmla="*/ 542021 w 5470628"/>
              <a:gd name="connsiteY87" fmla="*/ 2601946 h 3193741"/>
              <a:gd name="connsiteX88" fmla="*/ 476895 w 5470628"/>
              <a:gd name="connsiteY88" fmla="*/ 2555976 h 3193741"/>
              <a:gd name="connsiteX89" fmla="*/ 188751 w 5470628"/>
              <a:gd name="connsiteY89" fmla="*/ 2428830 h 3193741"/>
              <a:gd name="connsiteX90" fmla="*/ 456762 w 5470628"/>
              <a:gd name="connsiteY90" fmla="*/ 2468731 h 3193741"/>
              <a:gd name="connsiteX91" fmla="*/ 174514 w 5470628"/>
              <a:gd name="connsiteY91" fmla="*/ 2345378 h 3193741"/>
              <a:gd name="connsiteX92" fmla="*/ 38827 w 5470628"/>
              <a:gd name="connsiteY92" fmla="*/ 2303685 h 3193741"/>
              <a:gd name="connsiteX93" fmla="*/ 3281 w 5470628"/>
              <a:gd name="connsiteY93" fmla="*/ 2273587 h 3193741"/>
              <a:gd name="connsiteX94" fmla="*/ 61590 w 5470628"/>
              <a:gd name="connsiteY94" fmla="*/ 2259170 h 3193741"/>
              <a:gd name="connsiteX95" fmla="*/ 242291 w 5470628"/>
              <a:gd name="connsiteY95" fmla="*/ 2250569 h 3193741"/>
              <a:gd name="connsiteX96" fmla="*/ 13205 w 5470628"/>
              <a:gd name="connsiteY96" fmla="*/ 2172263 h 3193741"/>
              <a:gd name="connsiteX97" fmla="*/ 180810 w 5470628"/>
              <a:gd name="connsiteY97" fmla="*/ 2168333 h 3193741"/>
              <a:gd name="connsiteX98" fmla="*/ 226020 w 5470628"/>
              <a:gd name="connsiteY98" fmla="*/ 2121100 h 3193741"/>
              <a:gd name="connsiteX99" fmla="*/ 299145 w 5470628"/>
              <a:gd name="connsiteY99" fmla="*/ 2044862 h 3193741"/>
              <a:gd name="connsiteX100" fmla="*/ 350236 w 5470628"/>
              <a:gd name="connsiteY100" fmla="*/ 2001187 h 3193741"/>
              <a:gd name="connsiteX101" fmla="*/ 365223 w 5470628"/>
              <a:gd name="connsiteY101" fmla="*/ 1881218 h 3193741"/>
              <a:gd name="connsiteX102" fmla="*/ 310707 w 5470628"/>
              <a:gd name="connsiteY102" fmla="*/ 1758752 h 3193741"/>
              <a:gd name="connsiteX103" fmla="*/ 181659 w 5470628"/>
              <a:gd name="connsiteY103" fmla="*/ 1709137 h 3193741"/>
              <a:gd name="connsiteX104" fmla="*/ 213063 w 5470628"/>
              <a:gd name="connsiteY104" fmla="*/ 1632021 h 3193741"/>
              <a:gd name="connsiteX105" fmla="*/ 481390 w 5470628"/>
              <a:gd name="connsiteY105" fmla="*/ 1644125 h 3193741"/>
              <a:gd name="connsiteX106" fmla="*/ 68930 w 5470628"/>
              <a:gd name="connsiteY106" fmla="*/ 1457537 h 3193741"/>
              <a:gd name="connsiteX107" fmla="*/ 135138 w 5470628"/>
              <a:gd name="connsiteY107" fmla="*/ 1440976 h 3193741"/>
              <a:gd name="connsiteX108" fmla="*/ 131611 w 5470628"/>
              <a:gd name="connsiteY108" fmla="*/ 1427642 h 3193741"/>
              <a:gd name="connsiteX109" fmla="*/ 130443 w 5470628"/>
              <a:gd name="connsiteY109" fmla="*/ 1343795 h 3193741"/>
              <a:gd name="connsiteX110" fmla="*/ 138930 w 5470628"/>
              <a:gd name="connsiteY110" fmla="*/ 1304094 h 3193741"/>
              <a:gd name="connsiteX111" fmla="*/ 118409 w 5470628"/>
              <a:gd name="connsiteY111" fmla="*/ 1262212 h 3193741"/>
              <a:gd name="connsiteX112" fmla="*/ 421410 w 5470628"/>
              <a:gd name="connsiteY112" fmla="*/ 1304757 h 3193741"/>
              <a:gd name="connsiteX113" fmla="*/ 655702 w 5470628"/>
              <a:gd name="connsiteY113" fmla="*/ 1291801 h 3193741"/>
              <a:gd name="connsiteX114" fmla="*/ 648299 w 5470628"/>
              <a:gd name="connsiteY114" fmla="*/ 1287715 h 3193741"/>
              <a:gd name="connsiteX115" fmla="*/ 531027 w 5470628"/>
              <a:gd name="connsiteY115" fmla="*/ 1193967 h 3193741"/>
              <a:gd name="connsiteX116" fmla="*/ 526433 w 5470628"/>
              <a:gd name="connsiteY116" fmla="*/ 1191913 h 3193741"/>
              <a:gd name="connsiteX117" fmla="*/ 504666 w 5470628"/>
              <a:gd name="connsiteY117" fmla="*/ 1177230 h 3193741"/>
              <a:gd name="connsiteX118" fmla="*/ 482307 w 5470628"/>
              <a:gd name="connsiteY118" fmla="*/ 1162618 h 3193741"/>
              <a:gd name="connsiteX119" fmla="*/ 479029 w 5470628"/>
              <a:gd name="connsiteY119" fmla="*/ 1162540 h 3193741"/>
              <a:gd name="connsiteX120" fmla="*/ 447663 w 5470628"/>
              <a:gd name="connsiteY120" fmla="*/ 1132649 h 3193741"/>
              <a:gd name="connsiteX121" fmla="*/ 438547 w 5470628"/>
              <a:gd name="connsiteY121" fmla="*/ 1110977 h 3193741"/>
              <a:gd name="connsiteX122" fmla="*/ 405343 w 5470628"/>
              <a:gd name="connsiteY122" fmla="*/ 1089612 h 3193741"/>
              <a:gd name="connsiteX123" fmla="*/ 371373 w 5470628"/>
              <a:gd name="connsiteY123" fmla="*/ 1070238 h 3193741"/>
              <a:gd name="connsiteX124" fmla="*/ 290358 w 5470628"/>
              <a:gd name="connsiteY124" fmla="*/ 1059884 h 3193741"/>
              <a:gd name="connsiteX125" fmla="*/ 235140 w 5470628"/>
              <a:gd name="connsiteY125" fmla="*/ 1029322 h 3193741"/>
              <a:gd name="connsiteX126" fmla="*/ 300494 w 5470628"/>
              <a:gd name="connsiteY126" fmla="*/ 1032083 h 3193741"/>
              <a:gd name="connsiteX127" fmla="*/ 239661 w 5470628"/>
              <a:gd name="connsiteY127" fmla="*/ 997457 h 3193741"/>
              <a:gd name="connsiteX128" fmla="*/ 204788 w 5470628"/>
              <a:gd name="connsiteY128" fmla="*/ 959211 h 3193741"/>
              <a:gd name="connsiteX129" fmla="*/ 207583 w 5470628"/>
              <a:gd name="connsiteY129" fmla="*/ 947009 h 3193741"/>
              <a:gd name="connsiteX130" fmla="*/ 223061 w 5470628"/>
              <a:gd name="connsiteY130" fmla="*/ 947033 h 3193741"/>
              <a:gd name="connsiteX131" fmla="*/ 280015 w 5470628"/>
              <a:gd name="connsiteY131" fmla="*/ 972164 h 3193741"/>
              <a:gd name="connsiteX132" fmla="*/ 353948 w 5470628"/>
              <a:gd name="connsiteY132" fmla="*/ 1006865 h 3193741"/>
              <a:gd name="connsiteX133" fmla="*/ 240466 w 5470628"/>
              <a:gd name="connsiteY133" fmla="*/ 939943 h 3193741"/>
              <a:gd name="connsiteX134" fmla="*/ 158812 w 5470628"/>
              <a:gd name="connsiteY134" fmla="*/ 891467 h 3193741"/>
              <a:gd name="connsiteX135" fmla="*/ 139551 w 5470628"/>
              <a:gd name="connsiteY135" fmla="*/ 855364 h 3193741"/>
              <a:gd name="connsiteX136" fmla="*/ 145731 w 5470628"/>
              <a:gd name="connsiteY136" fmla="*/ 844888 h 3193741"/>
              <a:gd name="connsiteX137" fmla="*/ 158154 w 5470628"/>
              <a:gd name="connsiteY137" fmla="*/ 848366 h 3193741"/>
              <a:gd name="connsiteX138" fmla="*/ 169370 w 5470628"/>
              <a:gd name="connsiteY138" fmla="*/ 856260 h 3193741"/>
              <a:gd name="connsiteX139" fmla="*/ 288295 w 5470628"/>
              <a:gd name="connsiteY139" fmla="*/ 915169 h 3193741"/>
              <a:gd name="connsiteX140" fmla="*/ 462694 w 5470628"/>
              <a:gd name="connsiteY140" fmla="*/ 994643 h 3193741"/>
              <a:gd name="connsiteX141" fmla="*/ 531910 w 5470628"/>
              <a:gd name="connsiteY141" fmla="*/ 1006664 h 3193741"/>
              <a:gd name="connsiteX142" fmla="*/ 333940 w 5470628"/>
              <a:gd name="connsiteY142" fmla="*/ 893507 h 3193741"/>
              <a:gd name="connsiteX143" fmla="*/ 181443 w 5470628"/>
              <a:gd name="connsiteY143" fmla="*/ 746608 h 3193741"/>
              <a:gd name="connsiteX144" fmla="*/ 162678 w 5470628"/>
              <a:gd name="connsiteY144" fmla="*/ 737018 h 3193741"/>
              <a:gd name="connsiteX145" fmla="*/ 156307 w 5470628"/>
              <a:gd name="connsiteY145" fmla="*/ 730435 h 3193741"/>
              <a:gd name="connsiteX146" fmla="*/ 117227 w 5470628"/>
              <a:gd name="connsiteY146" fmla="*/ 677515 h 3193741"/>
              <a:gd name="connsiteX147" fmla="*/ 113655 w 5470628"/>
              <a:gd name="connsiteY147" fmla="*/ 663474 h 3193741"/>
              <a:gd name="connsiteX148" fmla="*/ 115226 w 5470628"/>
              <a:gd name="connsiteY148" fmla="*/ 636712 h 3193741"/>
              <a:gd name="connsiteX149" fmla="*/ 105067 w 5470628"/>
              <a:gd name="connsiteY149" fmla="*/ 622046 h 3193741"/>
              <a:gd name="connsiteX150" fmla="*/ 104113 w 5470628"/>
              <a:gd name="connsiteY150" fmla="*/ 611722 h 3193741"/>
              <a:gd name="connsiteX151" fmla="*/ 118895 w 5470628"/>
              <a:gd name="connsiteY151" fmla="*/ 610169 h 3193741"/>
              <a:gd name="connsiteX152" fmla="*/ 163095 w 5470628"/>
              <a:gd name="connsiteY152" fmla="*/ 640642 h 3193741"/>
              <a:gd name="connsiteX153" fmla="*/ 185766 w 5470628"/>
              <a:gd name="connsiteY153" fmla="*/ 641454 h 3193741"/>
              <a:gd name="connsiteX154" fmla="*/ 212892 w 5470628"/>
              <a:gd name="connsiteY154" fmla="*/ 637457 h 3193741"/>
              <a:gd name="connsiteX155" fmla="*/ 223932 w 5470628"/>
              <a:gd name="connsiteY155" fmla="*/ 647271 h 3193741"/>
              <a:gd name="connsiteX156" fmla="*/ 287167 w 5470628"/>
              <a:gd name="connsiteY156" fmla="*/ 691571 h 3193741"/>
              <a:gd name="connsiteX157" fmla="*/ 330380 w 5470628"/>
              <a:gd name="connsiteY157" fmla="*/ 692506 h 3193741"/>
              <a:gd name="connsiteX158" fmla="*/ 296172 w 5470628"/>
              <a:gd name="connsiteY158" fmla="*/ 688108 h 3193741"/>
              <a:gd name="connsiteX159" fmla="*/ 286974 w 5470628"/>
              <a:gd name="connsiteY159" fmla="*/ 674512 h 3193741"/>
              <a:gd name="connsiteX160" fmla="*/ 286166 w 5470628"/>
              <a:gd name="connsiteY160" fmla="*/ 661798 h 3193741"/>
              <a:gd name="connsiteX161" fmla="*/ 236268 w 5470628"/>
              <a:gd name="connsiteY161" fmla="*/ 635338 h 3193741"/>
              <a:gd name="connsiteX162" fmla="*/ 231734 w 5470628"/>
              <a:gd name="connsiteY162" fmla="*/ 634225 h 3193741"/>
              <a:gd name="connsiteX163" fmla="*/ 221253 w 5470628"/>
              <a:gd name="connsiteY163" fmla="*/ 623870 h 3193741"/>
              <a:gd name="connsiteX164" fmla="*/ 237564 w 5470628"/>
              <a:gd name="connsiteY164" fmla="*/ 613590 h 3193741"/>
              <a:gd name="connsiteX165" fmla="*/ 282259 w 5470628"/>
              <a:gd name="connsiteY165" fmla="*/ 619091 h 3193741"/>
              <a:gd name="connsiteX166" fmla="*/ 370630 w 5470628"/>
              <a:gd name="connsiteY166" fmla="*/ 665566 h 3193741"/>
              <a:gd name="connsiteX167" fmla="*/ 498017 w 5470628"/>
              <a:gd name="connsiteY167" fmla="*/ 740532 h 3193741"/>
              <a:gd name="connsiteX168" fmla="*/ 918036 w 5470628"/>
              <a:gd name="connsiteY168" fmla="*/ 924307 h 3193741"/>
              <a:gd name="connsiteX169" fmla="*/ 1079304 w 5470628"/>
              <a:gd name="connsiteY169" fmla="*/ 984494 h 3193741"/>
              <a:gd name="connsiteX170" fmla="*/ 1079935 w 5470628"/>
              <a:gd name="connsiteY170" fmla="*/ 980383 h 3193741"/>
              <a:gd name="connsiteX171" fmla="*/ 1079695 w 5470628"/>
              <a:gd name="connsiteY171" fmla="*/ 976616 h 3193741"/>
              <a:gd name="connsiteX172" fmla="*/ 966178 w 5470628"/>
              <a:gd name="connsiteY172" fmla="*/ 937219 h 3193741"/>
              <a:gd name="connsiteX173" fmla="*/ 720106 w 5470628"/>
              <a:gd name="connsiteY173" fmla="*/ 807112 h 3193741"/>
              <a:gd name="connsiteX174" fmla="*/ 698823 w 5470628"/>
              <a:gd name="connsiteY174" fmla="*/ 804708 h 3193741"/>
              <a:gd name="connsiteX175" fmla="*/ 664513 w 5470628"/>
              <a:gd name="connsiteY175" fmla="*/ 784663 h 3193741"/>
              <a:gd name="connsiteX176" fmla="*/ 660380 w 5470628"/>
              <a:gd name="connsiteY176" fmla="*/ 771165 h 3193741"/>
              <a:gd name="connsiteX177" fmla="*/ 584959 w 5470628"/>
              <a:gd name="connsiteY177" fmla="*/ 722409 h 3193741"/>
              <a:gd name="connsiteX178" fmla="*/ 435649 w 5470628"/>
              <a:gd name="connsiteY178" fmla="*/ 639659 h 3193741"/>
              <a:gd name="connsiteX179" fmla="*/ 404944 w 5470628"/>
              <a:gd name="connsiteY179" fmla="*/ 606128 h 3193741"/>
              <a:gd name="connsiteX180" fmla="*/ 408476 w 5470628"/>
              <a:gd name="connsiteY180" fmla="*/ 591466 h 3193741"/>
              <a:gd name="connsiteX181" fmla="*/ 425225 w 5470628"/>
              <a:gd name="connsiteY181" fmla="*/ 592759 h 3193741"/>
              <a:gd name="connsiteX182" fmla="*/ 487115 w 5470628"/>
              <a:gd name="connsiteY182" fmla="*/ 620614 h 3193741"/>
              <a:gd name="connsiteX183" fmla="*/ 550277 w 5470628"/>
              <a:gd name="connsiteY183" fmla="*/ 649738 h 3193741"/>
              <a:gd name="connsiteX184" fmla="*/ 544421 w 5470628"/>
              <a:gd name="connsiteY184" fmla="*/ 641907 h 3193741"/>
              <a:gd name="connsiteX185" fmla="*/ 431905 w 5470628"/>
              <a:gd name="connsiteY185" fmla="*/ 580799 h 3193741"/>
              <a:gd name="connsiteX186" fmla="*/ 351177 w 5470628"/>
              <a:gd name="connsiteY186" fmla="*/ 528177 h 3193741"/>
              <a:gd name="connsiteX187" fmla="*/ 339749 w 5470628"/>
              <a:gd name="connsiteY187" fmla="*/ 498244 h 3193741"/>
              <a:gd name="connsiteX188" fmla="*/ 346313 w 5470628"/>
              <a:gd name="connsiteY188" fmla="*/ 489145 h 3193741"/>
              <a:gd name="connsiteX189" fmla="*/ 356579 w 5470628"/>
              <a:gd name="connsiteY189" fmla="*/ 491460 h 3193741"/>
              <a:gd name="connsiteX190" fmla="*/ 371505 w 5470628"/>
              <a:gd name="connsiteY190" fmla="*/ 501516 h 3193741"/>
              <a:gd name="connsiteX191" fmla="*/ 476275 w 5470628"/>
              <a:gd name="connsiteY191" fmla="*/ 553122 h 3193741"/>
              <a:gd name="connsiteX192" fmla="*/ 649952 w 5470628"/>
              <a:gd name="connsiteY192" fmla="*/ 635294 h 3193741"/>
              <a:gd name="connsiteX193" fmla="*/ 727161 w 5470628"/>
              <a:gd name="connsiteY193" fmla="*/ 651328 h 3193741"/>
              <a:gd name="connsiteX194" fmla="*/ 722417 w 5470628"/>
              <a:gd name="connsiteY194" fmla="*/ 646921 h 3193741"/>
              <a:gd name="connsiteX195" fmla="*/ 546079 w 5470628"/>
              <a:gd name="connsiteY195" fmla="*/ 546328 h 3193741"/>
              <a:gd name="connsiteX196" fmla="*/ 378182 w 5470628"/>
              <a:gd name="connsiteY196" fmla="*/ 386585 h 3193741"/>
              <a:gd name="connsiteX197" fmla="*/ 370158 w 5470628"/>
              <a:gd name="connsiteY197" fmla="*/ 382100 h 3193741"/>
              <a:gd name="connsiteX198" fmla="*/ 357861 w 5470628"/>
              <a:gd name="connsiteY198" fmla="*/ 371252 h 3193741"/>
              <a:gd name="connsiteX199" fmla="*/ 331313 w 5470628"/>
              <a:gd name="connsiteY199" fmla="*/ 328203 h 3193741"/>
              <a:gd name="connsiteX200" fmla="*/ 319354 w 5470628"/>
              <a:gd name="connsiteY200" fmla="*/ 299282 h 3193741"/>
              <a:gd name="connsiteX201" fmla="*/ 319682 w 5470628"/>
              <a:gd name="connsiteY201" fmla="*/ 285719 h 3193741"/>
              <a:gd name="connsiteX202" fmla="*/ 306391 w 5470628"/>
              <a:gd name="connsiteY202" fmla="*/ 268585 h 3193741"/>
              <a:gd name="connsiteX203" fmla="*/ 303294 w 5470628"/>
              <a:gd name="connsiteY203" fmla="*/ 257334 h 3193741"/>
              <a:gd name="connsiteX204" fmla="*/ 319242 w 5470628"/>
              <a:gd name="connsiteY204" fmla="*/ 255403 h 3193741"/>
              <a:gd name="connsiteX205" fmla="*/ 364093 w 5470628"/>
              <a:gd name="connsiteY205" fmla="*/ 286745 h 3193741"/>
              <a:gd name="connsiteX206" fmla="*/ 385301 w 5470628"/>
              <a:gd name="connsiteY206" fmla="*/ 287973 h 3193741"/>
              <a:gd name="connsiteX207" fmla="*/ 417598 w 5470628"/>
              <a:gd name="connsiteY207" fmla="*/ 285722 h 3193741"/>
              <a:gd name="connsiteX208" fmla="*/ 440155 w 5470628"/>
              <a:gd name="connsiteY208" fmla="*/ 308139 h 3193741"/>
              <a:gd name="connsiteX209" fmla="*/ 534406 w 5470628"/>
              <a:gd name="connsiteY209" fmla="*/ 339430 h 3193741"/>
              <a:gd name="connsiteX210" fmla="*/ 495633 w 5470628"/>
              <a:gd name="connsiteY210" fmla="*/ 333450 h 3193741"/>
              <a:gd name="connsiteX211" fmla="*/ 486289 w 5470628"/>
              <a:gd name="connsiteY211" fmla="*/ 322243 h 3193741"/>
              <a:gd name="connsiteX212" fmla="*/ 484000 w 5470628"/>
              <a:gd name="connsiteY212" fmla="*/ 304964 h 3193741"/>
              <a:gd name="connsiteX213" fmla="*/ 436911 w 5470628"/>
              <a:gd name="connsiteY213" fmla="*/ 280536 h 3193741"/>
              <a:gd name="connsiteX214" fmla="*/ 426865 w 5470628"/>
              <a:gd name="connsiteY214" fmla="*/ 277007 h 3193741"/>
              <a:gd name="connsiteX215" fmla="*/ 420654 w 5470628"/>
              <a:gd name="connsiteY215" fmla="*/ 268269 h 3193741"/>
              <a:gd name="connsiteX216" fmla="*/ 432329 w 5470628"/>
              <a:gd name="connsiteY216" fmla="*/ 259975 h 3193741"/>
              <a:gd name="connsiteX217" fmla="*/ 447672 w 5470628"/>
              <a:gd name="connsiteY217" fmla="*/ 257879 h 3193741"/>
              <a:gd name="connsiteX218" fmla="*/ 502242 w 5470628"/>
              <a:gd name="connsiteY218" fmla="*/ 273572 h 3193741"/>
              <a:gd name="connsiteX219" fmla="*/ 659874 w 5470628"/>
              <a:gd name="connsiteY219" fmla="*/ 365516 h 3193741"/>
              <a:gd name="connsiteX220" fmla="*/ 829177 w 5470628"/>
              <a:gd name="connsiteY220" fmla="*/ 444421 h 3193741"/>
              <a:gd name="connsiteX221" fmla="*/ 1231903 w 5470628"/>
              <a:gd name="connsiteY221" fmla="*/ 613682 h 3193741"/>
              <a:gd name="connsiteX222" fmla="*/ 1911736 w 5470628"/>
              <a:gd name="connsiteY222" fmla="*/ 685084 h 3193741"/>
              <a:gd name="connsiteX223" fmla="*/ 2564313 w 5470628"/>
              <a:gd name="connsiteY223" fmla="*/ 632143 h 3193741"/>
              <a:gd name="connsiteX224" fmla="*/ 2657304 w 5470628"/>
              <a:gd name="connsiteY224" fmla="*/ 624913 h 3193741"/>
              <a:gd name="connsiteX225" fmla="*/ 4235818 w 5470628"/>
              <a:gd name="connsiteY225" fmla="*/ 259339 h 3193741"/>
              <a:gd name="connsiteX226" fmla="*/ 4460331 w 5470628"/>
              <a:gd name="connsiteY226" fmla="*/ 176864 h 3193741"/>
              <a:gd name="connsiteX227" fmla="*/ 4499578 w 5470628"/>
              <a:gd name="connsiteY227" fmla="*/ 186791 h 3193741"/>
              <a:gd name="connsiteX228" fmla="*/ 4514640 w 5470628"/>
              <a:gd name="connsiteY228" fmla="*/ 188841 h 3193741"/>
              <a:gd name="connsiteX229" fmla="*/ 4516523 w 5470628"/>
              <a:gd name="connsiteY229" fmla="*/ 189988 h 3193741"/>
              <a:gd name="connsiteX230" fmla="*/ 4518126 w 5470628"/>
              <a:gd name="connsiteY230" fmla="*/ 189316 h 3193741"/>
              <a:gd name="connsiteX231" fmla="*/ 4514640 w 5470628"/>
              <a:gd name="connsiteY231" fmla="*/ 188841 h 3193741"/>
              <a:gd name="connsiteX232" fmla="*/ 4511569 w 5470628"/>
              <a:gd name="connsiteY232" fmla="*/ 186970 h 3193741"/>
              <a:gd name="connsiteX233" fmla="*/ 4510888 w 5470628"/>
              <a:gd name="connsiteY233" fmla="*/ 180943 h 3193741"/>
              <a:gd name="connsiteX234" fmla="*/ 4531865 w 5470628"/>
              <a:gd name="connsiteY234" fmla="*/ 155151 h 3193741"/>
              <a:gd name="connsiteX235" fmla="*/ 4573441 w 5470628"/>
              <a:gd name="connsiteY235" fmla="*/ 139676 h 3193741"/>
              <a:gd name="connsiteX236" fmla="*/ 4594964 w 5470628"/>
              <a:gd name="connsiteY236" fmla="*/ 145847 h 3193741"/>
              <a:gd name="connsiteX237" fmla="*/ 4623059 w 5470628"/>
              <a:gd name="connsiteY237" fmla="*/ 152410 h 3193741"/>
              <a:gd name="connsiteX238" fmla="*/ 4748356 w 5470628"/>
              <a:gd name="connsiteY238" fmla="*/ 68192 h 3193741"/>
              <a:gd name="connsiteX239" fmla="*/ 4833812 w 5470628"/>
              <a:gd name="connsiteY239" fmla="*/ 8017 h 3193741"/>
              <a:gd name="connsiteX240" fmla="*/ 4850908 w 5470628"/>
              <a:gd name="connsiteY240" fmla="*/ 727 h 3193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</a:cxnLst>
            <a:rect l="l" t="t" r="r" b="b"/>
            <a:pathLst>
              <a:path w="5470628" h="3193741">
                <a:moveTo>
                  <a:pt x="5462602" y="1413608"/>
                </a:moveTo>
                <a:lnTo>
                  <a:pt x="5465724" y="1421881"/>
                </a:lnTo>
                <a:cubicBezTo>
                  <a:pt x="5472118" y="1444281"/>
                  <a:pt x="5472640" y="1461744"/>
                  <a:pt x="5465025" y="1466556"/>
                </a:cubicBezTo>
                <a:lnTo>
                  <a:pt x="5463208" y="1466226"/>
                </a:lnTo>
                <a:lnTo>
                  <a:pt x="5463242" y="1451866"/>
                </a:lnTo>
                <a:cubicBezTo>
                  <a:pt x="5463190" y="1441487"/>
                  <a:pt x="5463068" y="1431722"/>
                  <a:pt x="5462894" y="1423194"/>
                </a:cubicBezTo>
                <a:close/>
                <a:moveTo>
                  <a:pt x="5461417" y="1391849"/>
                </a:moveTo>
                <a:cubicBezTo>
                  <a:pt x="5461710" y="1392940"/>
                  <a:pt x="5461992" y="1396513"/>
                  <a:pt x="5462246" y="1401944"/>
                </a:cubicBezTo>
                <a:lnTo>
                  <a:pt x="5462602" y="1413608"/>
                </a:lnTo>
                <a:lnTo>
                  <a:pt x="5459078" y="1404268"/>
                </a:lnTo>
                <a:lnTo>
                  <a:pt x="5460137" y="1393780"/>
                </a:lnTo>
                <a:cubicBezTo>
                  <a:pt x="5460561" y="1391114"/>
                  <a:pt x="5460982" y="1390270"/>
                  <a:pt x="5461417" y="1391849"/>
                </a:cubicBezTo>
                <a:close/>
                <a:moveTo>
                  <a:pt x="614271" y="1052206"/>
                </a:moveTo>
                <a:cubicBezTo>
                  <a:pt x="613444" y="1053256"/>
                  <a:pt x="612323" y="1054339"/>
                  <a:pt x="611497" y="1055389"/>
                </a:cubicBezTo>
                <a:cubicBezTo>
                  <a:pt x="617673" y="1058912"/>
                  <a:pt x="624115" y="1061928"/>
                  <a:pt x="630277" y="1065215"/>
                </a:cubicBezTo>
                <a:cubicBezTo>
                  <a:pt x="637469" y="1066004"/>
                  <a:pt x="644958" y="1066759"/>
                  <a:pt x="651856" y="1067584"/>
                </a:cubicBezTo>
                <a:cubicBezTo>
                  <a:pt x="639327" y="1062458"/>
                  <a:pt x="626799" y="1057332"/>
                  <a:pt x="614271" y="1052206"/>
                </a:cubicBezTo>
                <a:close/>
                <a:moveTo>
                  <a:pt x="810628" y="695550"/>
                </a:moveTo>
                <a:cubicBezTo>
                  <a:pt x="873537" y="739416"/>
                  <a:pt x="951215" y="767494"/>
                  <a:pt x="1033084" y="791270"/>
                </a:cubicBezTo>
                <a:cubicBezTo>
                  <a:pt x="1034205" y="790184"/>
                  <a:pt x="1035031" y="789136"/>
                  <a:pt x="1036153" y="788050"/>
                </a:cubicBezTo>
                <a:cubicBezTo>
                  <a:pt x="960983" y="757296"/>
                  <a:pt x="885798" y="726306"/>
                  <a:pt x="810628" y="695550"/>
                </a:cubicBezTo>
                <a:close/>
                <a:moveTo>
                  <a:pt x="4850908" y="727"/>
                </a:moveTo>
                <a:cubicBezTo>
                  <a:pt x="4858191" y="2929"/>
                  <a:pt x="4860543" y="7152"/>
                  <a:pt x="4858584" y="13795"/>
                </a:cubicBezTo>
                <a:cubicBezTo>
                  <a:pt x="4855845" y="22194"/>
                  <a:pt x="4850092" y="30008"/>
                  <a:pt x="4843408" y="37224"/>
                </a:cubicBezTo>
                <a:cubicBezTo>
                  <a:pt x="4812232" y="71132"/>
                  <a:pt x="4827067" y="79774"/>
                  <a:pt x="4871062" y="78954"/>
                </a:cubicBezTo>
                <a:cubicBezTo>
                  <a:pt x="4910302" y="78234"/>
                  <a:pt x="4949507" y="72299"/>
                  <a:pt x="4989038" y="66799"/>
                </a:cubicBezTo>
                <a:cubicBezTo>
                  <a:pt x="5008500" y="63967"/>
                  <a:pt x="5009491" y="65509"/>
                  <a:pt x="5002636" y="79388"/>
                </a:cubicBezTo>
                <a:cubicBezTo>
                  <a:pt x="4991594" y="102315"/>
                  <a:pt x="4990844" y="123285"/>
                  <a:pt x="5008332" y="140859"/>
                </a:cubicBezTo>
                <a:cubicBezTo>
                  <a:pt x="5012456" y="144868"/>
                  <a:pt x="5015428" y="149491"/>
                  <a:pt x="5014326" y="155555"/>
                </a:cubicBezTo>
                <a:cubicBezTo>
                  <a:pt x="5009356" y="180357"/>
                  <a:pt x="5019874" y="200674"/>
                  <a:pt x="5030704" y="221190"/>
                </a:cubicBezTo>
                <a:cubicBezTo>
                  <a:pt x="5048958" y="255517"/>
                  <a:pt x="5072099" y="287116"/>
                  <a:pt x="5097262" y="317759"/>
                </a:cubicBezTo>
                <a:cubicBezTo>
                  <a:pt x="5115004" y="339336"/>
                  <a:pt x="5126222" y="365974"/>
                  <a:pt x="5165084" y="373367"/>
                </a:cubicBezTo>
                <a:cubicBezTo>
                  <a:pt x="5174420" y="375083"/>
                  <a:pt x="5177498" y="381353"/>
                  <a:pt x="5174137" y="389353"/>
                </a:cubicBezTo>
                <a:cubicBezTo>
                  <a:pt x="5163026" y="415847"/>
                  <a:pt x="5172067" y="436343"/>
                  <a:pt x="5192507" y="453561"/>
                </a:cubicBezTo>
                <a:cubicBezTo>
                  <a:pt x="5199734" y="459565"/>
                  <a:pt x="5197020" y="463690"/>
                  <a:pt x="5187160" y="467732"/>
                </a:cubicBezTo>
                <a:cubicBezTo>
                  <a:pt x="5175836" y="472188"/>
                  <a:pt x="5167025" y="478711"/>
                  <a:pt x="5160106" y="486904"/>
                </a:cubicBezTo>
                <a:cubicBezTo>
                  <a:pt x="5148744" y="500143"/>
                  <a:pt x="5143396" y="514315"/>
                  <a:pt x="5138948" y="528614"/>
                </a:cubicBezTo>
                <a:cubicBezTo>
                  <a:pt x="5132042" y="551041"/>
                  <a:pt x="5123894" y="572670"/>
                  <a:pt x="5097016" y="589923"/>
                </a:cubicBezTo>
                <a:cubicBezTo>
                  <a:pt x="5089016" y="595163"/>
                  <a:pt x="5082598" y="601872"/>
                  <a:pt x="5075869" y="608381"/>
                </a:cubicBezTo>
                <a:cubicBezTo>
                  <a:pt x="5078016" y="614052"/>
                  <a:pt x="5083322" y="617918"/>
                  <a:pt x="5093172" y="618385"/>
                </a:cubicBezTo>
                <a:cubicBezTo>
                  <a:pt x="5155867" y="621469"/>
                  <a:pt x="5153088" y="652648"/>
                  <a:pt x="5153518" y="687474"/>
                </a:cubicBezTo>
                <a:cubicBezTo>
                  <a:pt x="5154177" y="730575"/>
                  <a:pt x="5118812" y="754787"/>
                  <a:pt x="5074984" y="776941"/>
                </a:cubicBezTo>
                <a:cubicBezTo>
                  <a:pt x="5059986" y="784451"/>
                  <a:pt x="5038116" y="786863"/>
                  <a:pt x="5033348" y="805473"/>
                </a:cubicBezTo>
                <a:cubicBezTo>
                  <a:pt x="5059529" y="819384"/>
                  <a:pt x="5089376" y="802009"/>
                  <a:pt x="5116847" y="803426"/>
                </a:cubicBezTo>
                <a:cubicBezTo>
                  <a:pt x="5139548" y="804709"/>
                  <a:pt x="5176330" y="798120"/>
                  <a:pt x="5147902" y="833118"/>
                </a:cubicBezTo>
                <a:cubicBezTo>
                  <a:pt x="5139626" y="843373"/>
                  <a:pt x="5150382" y="848714"/>
                  <a:pt x="5161665" y="848297"/>
                </a:cubicBezTo>
                <a:cubicBezTo>
                  <a:pt x="5253064" y="844106"/>
                  <a:pt x="5215170" y="912756"/>
                  <a:pt x="5246520" y="942412"/>
                </a:cubicBezTo>
                <a:cubicBezTo>
                  <a:pt x="5255359" y="950358"/>
                  <a:pt x="5247812" y="967405"/>
                  <a:pt x="5235368" y="972946"/>
                </a:cubicBezTo>
                <a:cubicBezTo>
                  <a:pt x="5156387" y="1008610"/>
                  <a:pt x="5149354" y="1071149"/>
                  <a:pt x="5113739" y="1128845"/>
                </a:cubicBezTo>
                <a:cubicBezTo>
                  <a:pt x="5157305" y="1144685"/>
                  <a:pt x="5208388" y="1143005"/>
                  <a:pt x="5255034" y="1151117"/>
                </a:cubicBezTo>
                <a:cubicBezTo>
                  <a:pt x="5303482" y="1159484"/>
                  <a:pt x="5304156" y="1170079"/>
                  <a:pt x="5267513" y="1216275"/>
                </a:cubicBezTo>
                <a:cubicBezTo>
                  <a:pt x="5370269" y="1212844"/>
                  <a:pt x="5370269" y="1212844"/>
                  <a:pt x="5343113" y="1281854"/>
                </a:cubicBezTo>
                <a:cubicBezTo>
                  <a:pt x="5386272" y="1279593"/>
                  <a:pt x="5428618" y="1334726"/>
                  <a:pt x="5452014" y="1385543"/>
                </a:cubicBezTo>
                <a:lnTo>
                  <a:pt x="5459078" y="1404268"/>
                </a:lnTo>
                <a:lnTo>
                  <a:pt x="5458838" y="1406644"/>
                </a:lnTo>
                <a:cubicBezTo>
                  <a:pt x="5457942" y="1418063"/>
                  <a:pt x="5456960" y="1434367"/>
                  <a:pt x="5455752" y="1450751"/>
                </a:cubicBezTo>
                <a:lnTo>
                  <a:pt x="5454594" y="1464662"/>
                </a:lnTo>
                <a:lnTo>
                  <a:pt x="5447215" y="1463321"/>
                </a:lnTo>
                <a:cubicBezTo>
                  <a:pt x="5441256" y="1459714"/>
                  <a:pt x="5437002" y="1458345"/>
                  <a:pt x="5433934" y="1458428"/>
                </a:cubicBezTo>
                <a:cubicBezTo>
                  <a:pt x="5424728" y="1458676"/>
                  <a:pt x="5426188" y="1471978"/>
                  <a:pt x="5424276" y="1477014"/>
                </a:cubicBezTo>
                <a:cubicBezTo>
                  <a:pt x="5417851" y="1492977"/>
                  <a:pt x="5433852" y="1501241"/>
                  <a:pt x="5444628" y="1511562"/>
                </a:cubicBezTo>
                <a:cubicBezTo>
                  <a:pt x="5448663" y="1515344"/>
                  <a:pt x="5451544" y="1497678"/>
                  <a:pt x="5453752" y="1474786"/>
                </a:cubicBezTo>
                <a:lnTo>
                  <a:pt x="5454594" y="1464662"/>
                </a:lnTo>
                <a:lnTo>
                  <a:pt x="5463208" y="1466226"/>
                </a:lnTo>
                <a:lnTo>
                  <a:pt x="5463164" y="1484226"/>
                </a:lnTo>
                <a:cubicBezTo>
                  <a:pt x="5462722" y="1528173"/>
                  <a:pt x="5460824" y="1571999"/>
                  <a:pt x="5456160" y="1575885"/>
                </a:cubicBezTo>
                <a:cubicBezTo>
                  <a:pt x="5406708" y="1617226"/>
                  <a:pt x="5442751" y="1692579"/>
                  <a:pt x="5345636" y="1714543"/>
                </a:cubicBezTo>
                <a:cubicBezTo>
                  <a:pt x="5301930" y="1724583"/>
                  <a:pt x="5282493" y="1755882"/>
                  <a:pt x="5251319" y="1775792"/>
                </a:cubicBezTo>
                <a:cubicBezTo>
                  <a:pt x="5142610" y="1844714"/>
                  <a:pt x="5072132" y="1925140"/>
                  <a:pt x="5043512" y="2027305"/>
                </a:cubicBezTo>
                <a:cubicBezTo>
                  <a:pt x="5035488" y="2055562"/>
                  <a:pt x="5000258" y="2081893"/>
                  <a:pt x="4978144" y="2108535"/>
                </a:cubicBezTo>
                <a:cubicBezTo>
                  <a:pt x="4990785" y="2124798"/>
                  <a:pt x="5050411" y="2079615"/>
                  <a:pt x="5031476" y="2128173"/>
                </a:cubicBezTo>
                <a:cubicBezTo>
                  <a:pt x="5017138" y="2164787"/>
                  <a:pt x="4975973" y="2191363"/>
                  <a:pt x="4937389" y="2216441"/>
                </a:cubicBezTo>
                <a:cubicBezTo>
                  <a:pt x="4893079" y="2245058"/>
                  <a:pt x="4843760" y="2269776"/>
                  <a:pt x="4826122" y="2315331"/>
                </a:cubicBezTo>
                <a:cubicBezTo>
                  <a:pt x="4822276" y="2325050"/>
                  <a:pt x="3896510" y="3112888"/>
                  <a:pt x="2544647" y="3190975"/>
                </a:cubicBezTo>
                <a:cubicBezTo>
                  <a:pt x="2323734" y="3203734"/>
                  <a:pt x="1445947" y="3169121"/>
                  <a:pt x="1328257" y="3153006"/>
                </a:cubicBezTo>
                <a:cubicBezTo>
                  <a:pt x="1207258" y="3136344"/>
                  <a:pt x="1101756" y="3091943"/>
                  <a:pt x="977943" y="3082502"/>
                </a:cubicBezTo>
                <a:cubicBezTo>
                  <a:pt x="912454" y="3077622"/>
                  <a:pt x="848655" y="3061861"/>
                  <a:pt x="854473" y="2994250"/>
                </a:cubicBezTo>
                <a:cubicBezTo>
                  <a:pt x="856228" y="2975057"/>
                  <a:pt x="838125" y="2961827"/>
                  <a:pt x="811593" y="2970498"/>
                </a:cubicBezTo>
                <a:cubicBezTo>
                  <a:pt x="761454" y="2987010"/>
                  <a:pt x="736680" y="2962489"/>
                  <a:pt x="707024" y="2945439"/>
                </a:cubicBezTo>
                <a:cubicBezTo>
                  <a:pt x="654509" y="2915262"/>
                  <a:pt x="603913" y="2882480"/>
                  <a:pt x="523487" y="2886053"/>
                </a:cubicBezTo>
                <a:cubicBezTo>
                  <a:pt x="537017" y="2855468"/>
                  <a:pt x="563587" y="2856758"/>
                  <a:pt x="587884" y="2859746"/>
                </a:cubicBezTo>
                <a:cubicBezTo>
                  <a:pt x="652090" y="2867866"/>
                  <a:pt x="715235" y="2878012"/>
                  <a:pt x="779426" y="2885897"/>
                </a:cubicBezTo>
                <a:cubicBezTo>
                  <a:pt x="821123" y="2891048"/>
                  <a:pt x="863074" y="2900202"/>
                  <a:pt x="917288" y="2882248"/>
                </a:cubicBezTo>
                <a:cubicBezTo>
                  <a:pt x="866364" y="2830288"/>
                  <a:pt x="785092" y="2829930"/>
                  <a:pt x="718684" y="2819941"/>
                </a:cubicBezTo>
                <a:cubicBezTo>
                  <a:pt x="635747" y="2807447"/>
                  <a:pt x="584925" y="2771133"/>
                  <a:pt x="524650" y="2731220"/>
                </a:cubicBezTo>
                <a:cubicBezTo>
                  <a:pt x="584180" y="2712621"/>
                  <a:pt x="623299" y="2742760"/>
                  <a:pt x="670138" y="2735189"/>
                </a:cubicBezTo>
                <a:cubicBezTo>
                  <a:pt x="672406" y="2728745"/>
                  <a:pt x="675988" y="2719532"/>
                  <a:pt x="675382" y="2719369"/>
                </a:cubicBezTo>
                <a:cubicBezTo>
                  <a:pt x="596666" y="2703042"/>
                  <a:pt x="557844" y="2658869"/>
                  <a:pt x="542021" y="2601946"/>
                </a:cubicBezTo>
                <a:cubicBezTo>
                  <a:pt x="533902" y="2572560"/>
                  <a:pt x="505246" y="2566541"/>
                  <a:pt x="476895" y="2555976"/>
                </a:cubicBezTo>
                <a:cubicBezTo>
                  <a:pt x="377189" y="2518466"/>
                  <a:pt x="272496" y="2486779"/>
                  <a:pt x="188751" y="2428830"/>
                </a:cubicBezTo>
                <a:cubicBezTo>
                  <a:pt x="280875" y="2426687"/>
                  <a:pt x="357216" y="2461808"/>
                  <a:pt x="456762" y="2468731"/>
                </a:cubicBezTo>
                <a:cubicBezTo>
                  <a:pt x="373794" y="2404281"/>
                  <a:pt x="269816" y="2379152"/>
                  <a:pt x="174514" y="2345378"/>
                </a:cubicBezTo>
                <a:cubicBezTo>
                  <a:pt x="130977" y="2330009"/>
                  <a:pt x="90329" y="2308598"/>
                  <a:pt x="38827" y="2303685"/>
                </a:cubicBezTo>
                <a:cubicBezTo>
                  <a:pt x="20556" y="2301864"/>
                  <a:pt x="-10092" y="2297272"/>
                  <a:pt x="3281" y="2273587"/>
                </a:cubicBezTo>
                <a:cubicBezTo>
                  <a:pt x="14533" y="2253956"/>
                  <a:pt x="39095" y="2256437"/>
                  <a:pt x="61590" y="2259170"/>
                </a:cubicBezTo>
                <a:cubicBezTo>
                  <a:pt x="115591" y="2265916"/>
                  <a:pt x="170539" y="2259497"/>
                  <a:pt x="242291" y="2250569"/>
                </a:cubicBezTo>
                <a:cubicBezTo>
                  <a:pt x="178223" y="2197829"/>
                  <a:pt x="68904" y="2229102"/>
                  <a:pt x="13205" y="2172263"/>
                </a:cubicBezTo>
                <a:cubicBezTo>
                  <a:pt x="77196" y="2153598"/>
                  <a:pt x="128251" y="2170191"/>
                  <a:pt x="180810" y="2168333"/>
                </a:cubicBezTo>
                <a:cubicBezTo>
                  <a:pt x="228319" y="2166612"/>
                  <a:pt x="239444" y="2154350"/>
                  <a:pt x="226020" y="2121100"/>
                </a:cubicBezTo>
                <a:cubicBezTo>
                  <a:pt x="205165" y="2069293"/>
                  <a:pt x="229388" y="2038364"/>
                  <a:pt x="299145" y="2044862"/>
                </a:cubicBezTo>
                <a:cubicBezTo>
                  <a:pt x="363822" y="2051027"/>
                  <a:pt x="369032" y="2029991"/>
                  <a:pt x="350236" y="2001187"/>
                </a:cubicBezTo>
                <a:cubicBezTo>
                  <a:pt x="322862" y="1959187"/>
                  <a:pt x="348423" y="1921214"/>
                  <a:pt x="365223" y="1881218"/>
                </a:cubicBezTo>
                <a:cubicBezTo>
                  <a:pt x="390527" y="1820499"/>
                  <a:pt x="376326" y="1793748"/>
                  <a:pt x="310707" y="1758752"/>
                </a:cubicBezTo>
                <a:cubicBezTo>
                  <a:pt x="273754" y="1739265"/>
                  <a:pt x="234367" y="1723631"/>
                  <a:pt x="181659" y="1709137"/>
                </a:cubicBezTo>
                <a:cubicBezTo>
                  <a:pt x="299387" y="1683727"/>
                  <a:pt x="172918" y="1660608"/>
                  <a:pt x="213063" y="1632021"/>
                </a:cubicBezTo>
                <a:cubicBezTo>
                  <a:pt x="296030" y="1612244"/>
                  <a:pt x="369047" y="1679323"/>
                  <a:pt x="481390" y="1644125"/>
                </a:cubicBezTo>
                <a:cubicBezTo>
                  <a:pt x="336659" y="1595935"/>
                  <a:pt x="176348" y="1532074"/>
                  <a:pt x="68930" y="1457537"/>
                </a:cubicBezTo>
                <a:cubicBezTo>
                  <a:pt x="91299" y="1434897"/>
                  <a:pt x="115799" y="1450436"/>
                  <a:pt x="135138" y="1440976"/>
                </a:cubicBezTo>
                <a:cubicBezTo>
                  <a:pt x="133952" y="1436374"/>
                  <a:pt x="135290" y="1429332"/>
                  <a:pt x="131611" y="1427642"/>
                </a:cubicBezTo>
                <a:cubicBezTo>
                  <a:pt x="52402" y="1389548"/>
                  <a:pt x="51441" y="1388478"/>
                  <a:pt x="130443" y="1343795"/>
                </a:cubicBezTo>
                <a:cubicBezTo>
                  <a:pt x="158017" y="1328118"/>
                  <a:pt x="154966" y="1317573"/>
                  <a:pt x="138930" y="1304094"/>
                </a:cubicBezTo>
                <a:cubicBezTo>
                  <a:pt x="127608" y="1294551"/>
                  <a:pt x="113720" y="1286742"/>
                  <a:pt x="118409" y="1262212"/>
                </a:cubicBezTo>
                <a:cubicBezTo>
                  <a:pt x="164937" y="1287183"/>
                  <a:pt x="383505" y="1312432"/>
                  <a:pt x="421410" y="1304757"/>
                </a:cubicBezTo>
                <a:cubicBezTo>
                  <a:pt x="464009" y="1296037"/>
                  <a:pt x="610877" y="1288926"/>
                  <a:pt x="655702" y="1291801"/>
                </a:cubicBezTo>
                <a:cubicBezTo>
                  <a:pt x="653235" y="1290438"/>
                  <a:pt x="650767" y="1289077"/>
                  <a:pt x="648299" y="1287715"/>
                </a:cubicBezTo>
                <a:cubicBezTo>
                  <a:pt x="603999" y="1260339"/>
                  <a:pt x="559107" y="1233035"/>
                  <a:pt x="531027" y="1193967"/>
                </a:cubicBezTo>
                <a:cubicBezTo>
                  <a:pt x="529741" y="1192462"/>
                  <a:pt x="529061" y="1191120"/>
                  <a:pt x="526433" y="1191913"/>
                </a:cubicBezTo>
                <a:cubicBezTo>
                  <a:pt x="503415" y="1199684"/>
                  <a:pt x="505590" y="1187083"/>
                  <a:pt x="504666" y="1177230"/>
                </a:cubicBezTo>
                <a:cubicBezTo>
                  <a:pt x="503726" y="1167141"/>
                  <a:pt x="499378" y="1159602"/>
                  <a:pt x="482307" y="1162618"/>
                </a:cubicBezTo>
                <a:cubicBezTo>
                  <a:pt x="481421" y="1162726"/>
                  <a:pt x="480226" y="1162633"/>
                  <a:pt x="479029" y="1162540"/>
                </a:cubicBezTo>
                <a:cubicBezTo>
                  <a:pt x="470949" y="1161859"/>
                  <a:pt x="444139" y="1138059"/>
                  <a:pt x="447663" y="1132649"/>
                </a:cubicBezTo>
                <a:cubicBezTo>
                  <a:pt x="455539" y="1120781"/>
                  <a:pt x="446335" y="1116439"/>
                  <a:pt x="438547" y="1110977"/>
                </a:cubicBezTo>
                <a:cubicBezTo>
                  <a:pt x="427656" y="1103517"/>
                  <a:pt x="416795" y="1096529"/>
                  <a:pt x="405343" y="1089612"/>
                </a:cubicBezTo>
                <a:cubicBezTo>
                  <a:pt x="394202" y="1082895"/>
                  <a:pt x="382794" y="1076684"/>
                  <a:pt x="371373" y="1070238"/>
                </a:cubicBezTo>
                <a:cubicBezTo>
                  <a:pt x="344889" y="1065616"/>
                  <a:pt x="318169" y="1061972"/>
                  <a:pt x="290358" y="1059884"/>
                </a:cubicBezTo>
                <a:cubicBezTo>
                  <a:pt x="269709" y="1058114"/>
                  <a:pt x="246624" y="1055453"/>
                  <a:pt x="235140" y="1029322"/>
                </a:cubicBezTo>
                <a:cubicBezTo>
                  <a:pt x="256895" y="1029771"/>
                  <a:pt x="278695" y="1030927"/>
                  <a:pt x="300494" y="1032083"/>
                </a:cubicBezTo>
                <a:cubicBezTo>
                  <a:pt x="279542" y="1020860"/>
                  <a:pt x="259181" y="1009565"/>
                  <a:pt x="239661" y="997457"/>
                </a:cubicBezTo>
                <a:cubicBezTo>
                  <a:pt x="223540" y="987309"/>
                  <a:pt x="210281" y="975391"/>
                  <a:pt x="204788" y="959211"/>
                </a:cubicBezTo>
                <a:cubicBezTo>
                  <a:pt x="203337" y="955117"/>
                  <a:pt x="202166" y="950750"/>
                  <a:pt x="207583" y="947009"/>
                </a:cubicBezTo>
                <a:cubicBezTo>
                  <a:pt x="213561" y="942727"/>
                  <a:pt x="218466" y="944980"/>
                  <a:pt x="223061" y="947033"/>
                </a:cubicBezTo>
                <a:cubicBezTo>
                  <a:pt x="242046" y="955410"/>
                  <a:pt x="261311" y="963516"/>
                  <a:pt x="280015" y="972164"/>
                </a:cubicBezTo>
                <a:cubicBezTo>
                  <a:pt x="304852" y="983629"/>
                  <a:pt x="329408" y="995365"/>
                  <a:pt x="353948" y="1006865"/>
                </a:cubicBezTo>
                <a:cubicBezTo>
                  <a:pt x="319294" y="981405"/>
                  <a:pt x="281290" y="959435"/>
                  <a:pt x="240466" y="939943"/>
                </a:cubicBezTo>
                <a:cubicBezTo>
                  <a:pt x="210990" y="925718"/>
                  <a:pt x="181514" y="911494"/>
                  <a:pt x="158812" y="891467"/>
                </a:cubicBezTo>
                <a:cubicBezTo>
                  <a:pt x="147166" y="881489"/>
                  <a:pt x="141336" y="869384"/>
                  <a:pt x="139551" y="855364"/>
                </a:cubicBezTo>
                <a:cubicBezTo>
                  <a:pt x="139312" y="851597"/>
                  <a:pt x="139634" y="847287"/>
                  <a:pt x="145731" y="844888"/>
                </a:cubicBezTo>
                <a:cubicBezTo>
                  <a:pt x="151843" y="842724"/>
                  <a:pt x="155581" y="845356"/>
                  <a:pt x="158154" y="848366"/>
                </a:cubicBezTo>
                <a:cubicBezTo>
                  <a:pt x="161052" y="851811"/>
                  <a:pt x="164496" y="854479"/>
                  <a:pt x="169370" y="856260"/>
                </a:cubicBezTo>
                <a:cubicBezTo>
                  <a:pt x="212096" y="872913"/>
                  <a:pt x="249775" y="894448"/>
                  <a:pt x="288295" y="915169"/>
                </a:cubicBezTo>
                <a:cubicBezTo>
                  <a:pt x="343452" y="944788"/>
                  <a:pt x="397769" y="975222"/>
                  <a:pt x="462694" y="994643"/>
                </a:cubicBezTo>
                <a:cubicBezTo>
                  <a:pt x="487260" y="1001870"/>
                  <a:pt x="512622" y="1007575"/>
                  <a:pt x="531910" y="1006664"/>
                </a:cubicBezTo>
                <a:cubicBezTo>
                  <a:pt x="460990" y="972547"/>
                  <a:pt x="394087" y="936046"/>
                  <a:pt x="333940" y="893507"/>
                </a:cubicBezTo>
                <a:cubicBezTo>
                  <a:pt x="273173" y="850568"/>
                  <a:pt x="219876" y="803403"/>
                  <a:pt x="181443" y="746608"/>
                </a:cubicBezTo>
                <a:cubicBezTo>
                  <a:pt x="177494" y="740681"/>
                  <a:pt x="175038" y="734810"/>
                  <a:pt x="162678" y="737018"/>
                </a:cubicBezTo>
                <a:cubicBezTo>
                  <a:pt x="157082" y="737933"/>
                  <a:pt x="155070" y="734381"/>
                  <a:pt x="156307" y="730435"/>
                </a:cubicBezTo>
                <a:cubicBezTo>
                  <a:pt x="164051" y="702450"/>
                  <a:pt x="145532" y="687373"/>
                  <a:pt x="117227" y="677515"/>
                </a:cubicBezTo>
                <a:cubicBezTo>
                  <a:pt x="108392" y="674314"/>
                  <a:pt x="107546" y="670384"/>
                  <a:pt x="113655" y="663474"/>
                </a:cubicBezTo>
                <a:cubicBezTo>
                  <a:pt x="121976" y="653926"/>
                  <a:pt x="120506" y="644851"/>
                  <a:pt x="115226" y="636712"/>
                </a:cubicBezTo>
                <a:cubicBezTo>
                  <a:pt x="112224" y="631619"/>
                  <a:pt x="108350" y="626868"/>
                  <a:pt x="105067" y="622046"/>
                </a:cubicBezTo>
                <a:cubicBezTo>
                  <a:pt x="102790" y="619000"/>
                  <a:pt x="99022" y="615897"/>
                  <a:pt x="104113" y="611722"/>
                </a:cubicBezTo>
                <a:cubicBezTo>
                  <a:pt x="108939" y="608053"/>
                  <a:pt x="114081" y="609328"/>
                  <a:pt x="118895" y="610169"/>
                </a:cubicBezTo>
                <a:cubicBezTo>
                  <a:pt x="142040" y="613772"/>
                  <a:pt x="156094" y="624170"/>
                  <a:pt x="163095" y="640642"/>
                </a:cubicBezTo>
                <a:cubicBezTo>
                  <a:pt x="168334" y="652819"/>
                  <a:pt x="173104" y="652953"/>
                  <a:pt x="185766" y="641454"/>
                </a:cubicBezTo>
                <a:cubicBezTo>
                  <a:pt x="195327" y="632704"/>
                  <a:pt x="204232" y="632337"/>
                  <a:pt x="212892" y="637457"/>
                </a:cubicBezTo>
                <a:cubicBezTo>
                  <a:pt x="217516" y="639981"/>
                  <a:pt x="220444" y="643897"/>
                  <a:pt x="223932" y="647271"/>
                </a:cubicBezTo>
                <a:cubicBezTo>
                  <a:pt x="241420" y="664845"/>
                  <a:pt x="259762" y="681841"/>
                  <a:pt x="287167" y="691571"/>
                </a:cubicBezTo>
                <a:cubicBezTo>
                  <a:pt x="299355" y="696027"/>
                  <a:pt x="312354" y="699197"/>
                  <a:pt x="330380" y="692506"/>
                </a:cubicBezTo>
                <a:cubicBezTo>
                  <a:pt x="318517" y="688486"/>
                  <a:pt x="306954" y="689175"/>
                  <a:pt x="296172" y="688108"/>
                </a:cubicBezTo>
                <a:cubicBezTo>
                  <a:pt x="285390" y="687041"/>
                  <a:pt x="279539" y="683953"/>
                  <a:pt x="286974" y="674512"/>
                </a:cubicBezTo>
                <a:cubicBezTo>
                  <a:pt x="291105" y="669267"/>
                  <a:pt x="290555" y="665301"/>
                  <a:pt x="286166" y="661798"/>
                </a:cubicBezTo>
                <a:cubicBezTo>
                  <a:pt x="272052" y="650459"/>
                  <a:pt x="264416" y="633352"/>
                  <a:pt x="236268" y="635338"/>
                </a:cubicBezTo>
                <a:cubicBezTo>
                  <a:pt x="234792" y="635517"/>
                  <a:pt x="233255" y="634754"/>
                  <a:pt x="231734" y="634225"/>
                </a:cubicBezTo>
                <a:cubicBezTo>
                  <a:pt x="225957" y="632316"/>
                  <a:pt x="219575" y="630241"/>
                  <a:pt x="221253" y="623870"/>
                </a:cubicBezTo>
                <a:cubicBezTo>
                  <a:pt x="223227" y="617462"/>
                  <a:pt x="230816" y="615119"/>
                  <a:pt x="237564" y="613590"/>
                </a:cubicBezTo>
                <a:cubicBezTo>
                  <a:pt x="254884" y="609831"/>
                  <a:pt x="268844" y="614072"/>
                  <a:pt x="282259" y="619091"/>
                </a:cubicBezTo>
                <a:cubicBezTo>
                  <a:pt x="314893" y="631509"/>
                  <a:pt x="342201" y="649080"/>
                  <a:pt x="370630" y="665566"/>
                </a:cubicBezTo>
                <a:cubicBezTo>
                  <a:pt x="413275" y="690295"/>
                  <a:pt x="451153" y="719635"/>
                  <a:pt x="498017" y="740532"/>
                </a:cubicBezTo>
                <a:cubicBezTo>
                  <a:pt x="637369" y="802423"/>
                  <a:pt x="774774" y="866448"/>
                  <a:pt x="918036" y="924307"/>
                </a:cubicBezTo>
                <a:cubicBezTo>
                  <a:pt x="970882" y="945666"/>
                  <a:pt x="1024819" y="965469"/>
                  <a:pt x="1079304" y="984494"/>
                </a:cubicBezTo>
                <a:cubicBezTo>
                  <a:pt x="1079509" y="983045"/>
                  <a:pt x="1079744" y="982067"/>
                  <a:pt x="1079935" y="980383"/>
                </a:cubicBezTo>
                <a:cubicBezTo>
                  <a:pt x="1079860" y="979206"/>
                  <a:pt x="1079770" y="977793"/>
                  <a:pt x="1079695" y="976616"/>
                </a:cubicBezTo>
                <a:cubicBezTo>
                  <a:pt x="1041139" y="964679"/>
                  <a:pt x="1003098" y="951491"/>
                  <a:pt x="966178" y="937219"/>
                </a:cubicBezTo>
                <a:cubicBezTo>
                  <a:pt x="875541" y="901932"/>
                  <a:pt x="791930" y="860100"/>
                  <a:pt x="720106" y="807112"/>
                </a:cubicBezTo>
                <a:cubicBezTo>
                  <a:pt x="714181" y="802848"/>
                  <a:pt x="707904" y="802421"/>
                  <a:pt x="698823" y="804708"/>
                </a:cubicBezTo>
                <a:cubicBezTo>
                  <a:pt x="669544" y="812288"/>
                  <a:pt x="659939" y="806334"/>
                  <a:pt x="664513" y="784663"/>
                </a:cubicBezTo>
                <a:cubicBezTo>
                  <a:pt x="665660" y="779304"/>
                  <a:pt x="665686" y="775031"/>
                  <a:pt x="660380" y="771165"/>
                </a:cubicBezTo>
                <a:cubicBezTo>
                  <a:pt x="636661" y="753871"/>
                  <a:pt x="611807" y="737427"/>
                  <a:pt x="584959" y="722409"/>
                </a:cubicBezTo>
                <a:cubicBezTo>
                  <a:pt x="535282" y="694735"/>
                  <a:pt x="482226" y="670082"/>
                  <a:pt x="435649" y="639659"/>
                </a:cubicBezTo>
                <a:cubicBezTo>
                  <a:pt x="421965" y="630403"/>
                  <a:pt x="411440" y="619340"/>
                  <a:pt x="404944" y="606128"/>
                </a:cubicBezTo>
                <a:cubicBezTo>
                  <a:pt x="402872" y="601635"/>
                  <a:pt x="401613" y="595856"/>
                  <a:pt x="408476" y="591466"/>
                </a:cubicBezTo>
                <a:cubicBezTo>
                  <a:pt x="415044" y="587111"/>
                  <a:pt x="420320" y="590506"/>
                  <a:pt x="425225" y="592759"/>
                </a:cubicBezTo>
                <a:cubicBezTo>
                  <a:pt x="445746" y="601899"/>
                  <a:pt x="466578" y="611238"/>
                  <a:pt x="487115" y="620614"/>
                </a:cubicBezTo>
                <a:cubicBezTo>
                  <a:pt x="507947" y="629954"/>
                  <a:pt x="528514" y="639800"/>
                  <a:pt x="550277" y="649738"/>
                </a:cubicBezTo>
                <a:cubicBezTo>
                  <a:pt x="551408" y="644145"/>
                  <a:pt x="546904" y="643504"/>
                  <a:pt x="544421" y="641907"/>
                </a:cubicBezTo>
                <a:cubicBezTo>
                  <a:pt x="509355" y="619344"/>
                  <a:pt x="471190" y="599529"/>
                  <a:pt x="431905" y="580799"/>
                </a:cubicBezTo>
                <a:cubicBezTo>
                  <a:pt x="401512" y="566211"/>
                  <a:pt x="371947" y="550574"/>
                  <a:pt x="351177" y="528177"/>
                </a:cubicBezTo>
                <a:cubicBezTo>
                  <a:pt x="343180" y="519419"/>
                  <a:pt x="338696" y="509759"/>
                  <a:pt x="339749" y="498244"/>
                </a:cubicBezTo>
                <a:cubicBezTo>
                  <a:pt x="340115" y="494641"/>
                  <a:pt x="340481" y="491037"/>
                  <a:pt x="346313" y="489145"/>
                </a:cubicBezTo>
                <a:cubicBezTo>
                  <a:pt x="350979" y="487631"/>
                  <a:pt x="354067" y="489392"/>
                  <a:pt x="356579" y="491460"/>
                </a:cubicBezTo>
                <a:cubicBezTo>
                  <a:pt x="360984" y="495197"/>
                  <a:pt x="365388" y="498934"/>
                  <a:pt x="371505" y="501516"/>
                </a:cubicBezTo>
                <a:cubicBezTo>
                  <a:pt x="408203" y="517000"/>
                  <a:pt x="442659" y="534654"/>
                  <a:pt x="476275" y="553122"/>
                </a:cubicBezTo>
                <a:cubicBezTo>
                  <a:pt x="531461" y="583213"/>
                  <a:pt x="586103" y="614082"/>
                  <a:pt x="649952" y="635294"/>
                </a:cubicBezTo>
                <a:cubicBezTo>
                  <a:pt x="673972" y="643298"/>
                  <a:pt x="698805" y="650018"/>
                  <a:pt x="727161" y="651328"/>
                </a:cubicBezTo>
                <a:cubicBezTo>
                  <a:pt x="726126" y="649081"/>
                  <a:pt x="724263" y="647883"/>
                  <a:pt x="722417" y="646921"/>
                </a:cubicBezTo>
                <a:cubicBezTo>
                  <a:pt x="660627" y="615969"/>
                  <a:pt x="600830" y="583590"/>
                  <a:pt x="546079" y="546328"/>
                </a:cubicBezTo>
                <a:cubicBezTo>
                  <a:pt x="478576" y="500409"/>
                  <a:pt x="420223" y="448637"/>
                  <a:pt x="378182" y="386585"/>
                </a:cubicBezTo>
                <a:cubicBezTo>
                  <a:pt x="376229" y="383975"/>
                  <a:pt x="374884" y="381528"/>
                  <a:pt x="370158" y="382100"/>
                </a:cubicBezTo>
                <a:cubicBezTo>
                  <a:pt x="358064" y="383802"/>
                  <a:pt x="356583" y="379236"/>
                  <a:pt x="357861" y="371252"/>
                </a:cubicBezTo>
                <a:cubicBezTo>
                  <a:pt x="361373" y="351608"/>
                  <a:pt x="352380" y="336565"/>
                  <a:pt x="331313" y="328203"/>
                </a:cubicBezTo>
                <a:cubicBezTo>
                  <a:pt x="316037" y="321986"/>
                  <a:pt x="303183" y="316425"/>
                  <a:pt x="319354" y="299282"/>
                </a:cubicBezTo>
                <a:cubicBezTo>
                  <a:pt x="323265" y="295249"/>
                  <a:pt x="321459" y="290249"/>
                  <a:pt x="319682" y="285719"/>
                </a:cubicBezTo>
                <a:cubicBezTo>
                  <a:pt x="317166" y="278905"/>
                  <a:pt x="312080" y="273828"/>
                  <a:pt x="306391" y="268585"/>
                </a:cubicBezTo>
                <a:cubicBezTo>
                  <a:pt x="303227" y="265647"/>
                  <a:pt x="299399" y="261602"/>
                  <a:pt x="303294" y="257334"/>
                </a:cubicBezTo>
                <a:cubicBezTo>
                  <a:pt x="307735" y="252289"/>
                  <a:pt x="314131" y="254598"/>
                  <a:pt x="319242" y="255403"/>
                </a:cubicBezTo>
                <a:cubicBezTo>
                  <a:pt x="342683" y="258970"/>
                  <a:pt x="357062" y="269803"/>
                  <a:pt x="364093" y="286745"/>
                </a:cubicBezTo>
                <a:cubicBezTo>
                  <a:pt x="368651" y="297582"/>
                  <a:pt x="374307" y="297608"/>
                  <a:pt x="385301" y="287973"/>
                </a:cubicBezTo>
                <a:cubicBezTo>
                  <a:pt x="397712" y="277216"/>
                  <a:pt x="408079" y="276436"/>
                  <a:pt x="417598" y="285722"/>
                </a:cubicBezTo>
                <a:cubicBezTo>
                  <a:pt x="425226" y="293339"/>
                  <a:pt x="431406" y="301607"/>
                  <a:pt x="440155" y="308139"/>
                </a:cubicBezTo>
                <a:cubicBezTo>
                  <a:pt x="463623" y="326175"/>
                  <a:pt x="485720" y="346039"/>
                  <a:pt x="534406" y="339430"/>
                </a:cubicBezTo>
                <a:cubicBezTo>
                  <a:pt x="520872" y="332528"/>
                  <a:pt x="507316" y="334645"/>
                  <a:pt x="495633" y="333450"/>
                </a:cubicBezTo>
                <a:cubicBezTo>
                  <a:pt x="487244" y="332567"/>
                  <a:pt x="478750" y="330037"/>
                  <a:pt x="486289" y="322243"/>
                </a:cubicBezTo>
                <a:cubicBezTo>
                  <a:pt x="494951" y="313365"/>
                  <a:pt x="489365" y="309771"/>
                  <a:pt x="484000" y="304964"/>
                </a:cubicBezTo>
                <a:cubicBezTo>
                  <a:pt x="471673" y="293645"/>
                  <a:pt x="461604" y="280392"/>
                  <a:pt x="436911" y="280536"/>
                </a:cubicBezTo>
                <a:cubicBezTo>
                  <a:pt x="433041" y="280530"/>
                  <a:pt x="429923" y="278297"/>
                  <a:pt x="426865" y="277007"/>
                </a:cubicBezTo>
                <a:cubicBezTo>
                  <a:pt x="422581" y="275154"/>
                  <a:pt x="418872" y="272993"/>
                  <a:pt x="420654" y="268269"/>
                </a:cubicBezTo>
                <a:cubicBezTo>
                  <a:pt x="422468" y="264016"/>
                  <a:pt x="426748" y="261125"/>
                  <a:pt x="432329" y="259975"/>
                </a:cubicBezTo>
                <a:cubicBezTo>
                  <a:pt x="437320" y="258895"/>
                  <a:pt x="442621" y="258016"/>
                  <a:pt x="447672" y="257879"/>
                </a:cubicBezTo>
                <a:cubicBezTo>
                  <a:pt x="470223" y="256809"/>
                  <a:pt x="486254" y="265543"/>
                  <a:pt x="502242" y="273572"/>
                </a:cubicBezTo>
                <a:cubicBezTo>
                  <a:pt x="558179" y="301436"/>
                  <a:pt x="607891" y="334326"/>
                  <a:pt x="659874" y="365516"/>
                </a:cubicBezTo>
                <a:cubicBezTo>
                  <a:pt x="711842" y="396471"/>
                  <a:pt x="772192" y="418818"/>
                  <a:pt x="829177" y="444421"/>
                </a:cubicBezTo>
                <a:cubicBezTo>
                  <a:pt x="960626" y="503711"/>
                  <a:pt x="1092650" y="562693"/>
                  <a:pt x="1231903" y="613682"/>
                </a:cubicBezTo>
                <a:cubicBezTo>
                  <a:pt x="1368099" y="663381"/>
                  <a:pt x="1823141" y="686561"/>
                  <a:pt x="1911736" y="685084"/>
                </a:cubicBezTo>
                <a:cubicBezTo>
                  <a:pt x="2024994" y="682992"/>
                  <a:pt x="2291986" y="655399"/>
                  <a:pt x="2564313" y="632143"/>
                </a:cubicBezTo>
                <a:cubicBezTo>
                  <a:pt x="2595089" y="629364"/>
                  <a:pt x="2625288" y="626893"/>
                  <a:pt x="2657304" y="624913"/>
                </a:cubicBezTo>
                <a:cubicBezTo>
                  <a:pt x="3564401" y="568191"/>
                  <a:pt x="4203594" y="276765"/>
                  <a:pt x="4235818" y="259339"/>
                </a:cubicBezTo>
                <a:cubicBezTo>
                  <a:pt x="4287616" y="231474"/>
                  <a:pt x="4460006" y="176429"/>
                  <a:pt x="4460331" y="176864"/>
                </a:cubicBezTo>
                <a:cubicBezTo>
                  <a:pt x="4464175" y="181144"/>
                  <a:pt x="4483735" y="184529"/>
                  <a:pt x="4499578" y="186791"/>
                </a:cubicBezTo>
                <a:lnTo>
                  <a:pt x="4514640" y="188841"/>
                </a:lnTo>
                <a:lnTo>
                  <a:pt x="4516523" y="189988"/>
                </a:lnTo>
                <a:cubicBezTo>
                  <a:pt x="4522035" y="190091"/>
                  <a:pt x="4521760" y="189857"/>
                  <a:pt x="4518126" y="189316"/>
                </a:cubicBezTo>
                <a:lnTo>
                  <a:pt x="4514640" y="188841"/>
                </a:lnTo>
                <a:lnTo>
                  <a:pt x="4511569" y="186970"/>
                </a:lnTo>
                <a:cubicBezTo>
                  <a:pt x="4510788" y="185226"/>
                  <a:pt x="4510719" y="182981"/>
                  <a:pt x="4510888" y="180943"/>
                </a:cubicBezTo>
                <a:cubicBezTo>
                  <a:pt x="4511690" y="170169"/>
                  <a:pt x="4517648" y="160906"/>
                  <a:pt x="4531865" y="155151"/>
                </a:cubicBezTo>
                <a:cubicBezTo>
                  <a:pt x="4545507" y="149703"/>
                  <a:pt x="4559473" y="144689"/>
                  <a:pt x="4573441" y="139676"/>
                </a:cubicBezTo>
                <a:cubicBezTo>
                  <a:pt x="4585075" y="135420"/>
                  <a:pt x="4593048" y="134454"/>
                  <a:pt x="4594964" y="145847"/>
                </a:cubicBezTo>
                <a:cubicBezTo>
                  <a:pt x="4596879" y="157242"/>
                  <a:pt x="4613452" y="160454"/>
                  <a:pt x="4623059" y="152410"/>
                </a:cubicBezTo>
                <a:cubicBezTo>
                  <a:pt x="4660632" y="120811"/>
                  <a:pt x="4705757" y="95654"/>
                  <a:pt x="4748356" y="68192"/>
                </a:cubicBezTo>
                <a:cubicBezTo>
                  <a:pt x="4778098" y="49168"/>
                  <a:pt x="4809406" y="31378"/>
                  <a:pt x="4833812" y="8017"/>
                </a:cubicBezTo>
                <a:cubicBezTo>
                  <a:pt x="4838299" y="3678"/>
                  <a:pt x="4842399" y="-2039"/>
                  <a:pt x="4850908" y="727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685801"/>
            <a:ext cx="3526910" cy="5491162"/>
          </a:xfrm>
        </p:spPr>
        <p:txBody>
          <a:bodyPr>
            <a:normAutofit/>
          </a:bodyPr>
          <a:lstStyle/>
          <a:p>
            <a:r>
              <a:rPr b="1" dirty="0"/>
              <a:t>Session 1 – Key Takeaways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E525F3-F4F2-34C8-795C-5B10F29C1A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273555"/>
              </p:ext>
            </p:extLst>
          </p:nvPr>
        </p:nvGraphicFramePr>
        <p:xfrm>
          <a:off x="3526910" y="838199"/>
          <a:ext cx="4988440" cy="53387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Color Cover">
            <a:extLst>
              <a:ext uri="{FF2B5EF4-FFF2-40B4-BE49-F238E27FC236}">
                <a16:creationId xmlns:a16="http://schemas.microsoft.com/office/drawing/2014/main" id="{63C1F321-BB96-4700-B3CE-1A6156067F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3FA1AD64-F15F-417D-956C-B2C211FC9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88" y="0"/>
            <a:ext cx="4548176" cy="6858000"/>
            <a:chOff x="651279" y="598259"/>
            <a:chExt cx="10889442" cy="5680742"/>
          </a:xfrm>
        </p:grpSpPr>
        <p:sp>
          <p:nvSpPr>
            <p:cNvPr id="28" name="Color">
              <a:extLst>
                <a:ext uri="{FF2B5EF4-FFF2-40B4-BE49-F238E27FC236}">
                  <a16:creationId xmlns:a16="http://schemas.microsoft.com/office/drawing/2014/main" id="{5F3C79B0-E0DE-407E-B550-3FDEB67B00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Color">
              <a:extLst>
                <a:ext uri="{FF2B5EF4-FFF2-40B4-BE49-F238E27FC236}">
                  <a16:creationId xmlns:a16="http://schemas.microsoft.com/office/drawing/2014/main" id="{A1A2DFA8-F321-4204-9B31-A3713BC652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791C4C7-1B75-8A2F-9FA5-C4871AD334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2281" y="841664"/>
            <a:ext cx="3197099" cy="5156800"/>
          </a:xfrm>
        </p:spPr>
        <p:txBody>
          <a:bodyPr anchor="ctr">
            <a:normAutofit/>
          </a:bodyPr>
          <a:lstStyle/>
          <a:p>
            <a:pPr algn="l"/>
            <a:r>
              <a:rPr lang="en-US" sz="4200" b="1" dirty="0">
                <a:solidFill>
                  <a:schemeClr val="bg1"/>
                </a:solidFill>
              </a:rPr>
              <a:t>Assignment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F18E0A-D361-CF14-B918-EA32B8B2F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50464" y="841664"/>
            <a:ext cx="4591248" cy="5156800"/>
          </a:xfrm>
        </p:spPr>
        <p:txBody>
          <a:bodyPr anchor="ctr">
            <a:normAutofit/>
          </a:bodyPr>
          <a:lstStyle/>
          <a:p>
            <a:pPr marL="514350" indent="-514350" algn="l">
              <a:buAutoNum type="arabicPeriod"/>
            </a:pPr>
            <a:r>
              <a:rPr lang="en-US" sz="2500" b="1" dirty="0">
                <a:solidFill>
                  <a:schemeClr val="tx2"/>
                </a:solidFill>
              </a:rPr>
              <a:t>Install Postgres SQL in your laptop.</a:t>
            </a:r>
          </a:p>
          <a:p>
            <a:pPr marL="514350" indent="-514350" algn="l">
              <a:buAutoNum type="arabicPeriod"/>
            </a:pPr>
            <a:r>
              <a:rPr lang="en-US" sz="2500" b="1" dirty="0">
                <a:solidFill>
                  <a:schemeClr val="tx2"/>
                </a:solidFill>
              </a:rPr>
              <a:t>Create Stage Schema.</a:t>
            </a:r>
          </a:p>
          <a:p>
            <a:pPr marL="514350" indent="-514350" algn="l">
              <a:buAutoNum type="arabicPeriod"/>
            </a:pPr>
            <a:r>
              <a:rPr lang="en-US" sz="2500" b="1" dirty="0">
                <a:solidFill>
                  <a:schemeClr val="tx2"/>
                </a:solidFill>
              </a:rPr>
              <a:t>Load the Excel data in Stage Schema.</a:t>
            </a:r>
          </a:p>
        </p:txBody>
      </p:sp>
    </p:spTree>
    <p:extLst>
      <p:ext uri="{BB962C8B-B14F-4D97-AF65-F5344CB8AC3E}">
        <p14:creationId xmlns:p14="http://schemas.microsoft.com/office/powerpoint/2010/main" val="36142725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60EFEB-12DD-231E-4D5E-308F37B0A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 b="1">
                <a:solidFill>
                  <a:srgbClr val="FFFFFF"/>
                </a:solidFill>
              </a:rPr>
              <a:t>Next Session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EBC9E0-AC9A-4D19-8B11-C80A96C87D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8952790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00076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952C45-8DA4-78EC-1B8A-0178FA9EC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47825" y="735283"/>
            <a:ext cx="3733800" cy="3165045"/>
          </a:xfrm>
        </p:spPr>
        <p:txBody>
          <a:bodyPr anchor="b">
            <a:normAutofit/>
          </a:bodyPr>
          <a:lstStyle/>
          <a:p>
            <a:pPr algn="l"/>
            <a:r>
              <a:rPr lang="en-US" sz="4500" b="1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79C01D-9C17-5011-A769-766F6B101F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47825" y="4078423"/>
            <a:ext cx="3733800" cy="2058657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Questions</a:t>
            </a:r>
          </a:p>
        </p:txBody>
      </p:sp>
      <p:pic>
        <p:nvPicPr>
          <p:cNvPr id="36" name="Graphic 35" descr="Accept">
            <a:extLst>
              <a:ext uri="{FF2B5EF4-FFF2-40B4-BE49-F238E27FC236}">
                <a16:creationId xmlns:a16="http://schemas.microsoft.com/office/drawing/2014/main" id="{94671C57-AF39-5010-35BA-DAE3C9E48F2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8161" y="2937750"/>
            <a:ext cx="966789" cy="966789"/>
          </a:xfrm>
          <a:prstGeom prst="rect">
            <a:avLst/>
          </a:prstGeom>
        </p:spPr>
      </p:pic>
      <p:pic>
        <p:nvPicPr>
          <p:cNvPr id="38" name="Graphic 37" descr="Accept">
            <a:extLst>
              <a:ext uri="{FF2B5EF4-FFF2-40B4-BE49-F238E27FC236}">
                <a16:creationId xmlns:a16="http://schemas.microsoft.com/office/drawing/2014/main" id="{AE6488F4-A479-42E4-9F30-4FBF70808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5861" y="1392825"/>
            <a:ext cx="4058507" cy="405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382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2325</TotalTime>
  <Words>746</Words>
  <Application>Microsoft Office PowerPoint</Application>
  <PresentationFormat>On-screen Show (4:3)</PresentationFormat>
  <Paragraphs>158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Narrow</vt:lpstr>
      <vt:lpstr>Arial</vt:lpstr>
      <vt:lpstr>Calibri</vt:lpstr>
      <vt:lpstr>Office Theme</vt:lpstr>
      <vt:lpstr>Session 1: Dataflow Architecture &amp; Database Foundations</vt:lpstr>
      <vt:lpstr>Today, Agenda:</vt:lpstr>
      <vt:lpstr>PowerPoint Presentation</vt:lpstr>
      <vt:lpstr>Database Core Concepts</vt:lpstr>
      <vt:lpstr>What is a Database?</vt:lpstr>
      <vt:lpstr>Why Do We Need a Database?</vt:lpstr>
      <vt:lpstr>Type of Databases</vt:lpstr>
      <vt:lpstr>What is RDBMS?</vt:lpstr>
      <vt:lpstr>Database Transaction</vt:lpstr>
      <vt:lpstr>PowerPoint Presentation</vt:lpstr>
      <vt:lpstr>What is a Schema?</vt:lpstr>
      <vt:lpstr>What is a Table?</vt:lpstr>
      <vt:lpstr>What is a Database View</vt:lpstr>
      <vt:lpstr>Advantage of Views:</vt:lpstr>
      <vt:lpstr>Stage Layer</vt:lpstr>
      <vt:lpstr>Refined Layer (TGT)</vt:lpstr>
      <vt:lpstr>Session 1 – Key Takeaways</vt:lpstr>
      <vt:lpstr>Assignment</vt:lpstr>
      <vt:lpstr>Next Session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Abdul Ahad</dc:creator>
  <cp:keywords/>
  <dc:description>generated using python-pptx</dc:description>
  <cp:lastModifiedBy>Abdul Ahad</cp:lastModifiedBy>
  <cp:revision>62</cp:revision>
  <dcterms:created xsi:type="dcterms:W3CDTF">2013-01-27T09:14:16Z</dcterms:created>
  <dcterms:modified xsi:type="dcterms:W3CDTF">2026-07-16T10:58:20Z</dcterms:modified>
  <cp:category/>
</cp:coreProperties>
</file>